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7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3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E9EB5-BB34-43E2-94D8-BA9455691346}" type="datetimeFigureOut">
              <a:rPr lang="ko-KR" altLang="en-US" smtClean="0"/>
              <a:t>2024-12-31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80A40-4C37-4FD2-B2B3-6A18A1296D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855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E9EB5-BB34-43E2-94D8-BA9455691346}" type="datetimeFigureOut">
              <a:rPr lang="ko-KR" altLang="en-US" smtClean="0"/>
              <a:t>2024-12-31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80A40-4C37-4FD2-B2B3-6A18A1296D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192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E9EB5-BB34-43E2-94D8-BA9455691346}" type="datetimeFigureOut">
              <a:rPr lang="ko-KR" altLang="en-US" smtClean="0"/>
              <a:t>2024-12-31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80A40-4C37-4FD2-B2B3-6A18A1296D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4989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E9EB5-BB34-43E2-94D8-BA9455691346}" type="datetimeFigureOut">
              <a:rPr lang="ko-KR" altLang="en-US" smtClean="0"/>
              <a:t>2024-12-31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80A40-4C37-4FD2-B2B3-6A18A1296D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8279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E9EB5-BB34-43E2-94D8-BA9455691346}" type="datetimeFigureOut">
              <a:rPr lang="ko-KR" altLang="en-US" smtClean="0"/>
              <a:t>2024-12-31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80A40-4C37-4FD2-B2B3-6A18A1296D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2249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E9EB5-BB34-43E2-94D8-BA9455691346}" type="datetimeFigureOut">
              <a:rPr lang="ko-KR" altLang="en-US" smtClean="0"/>
              <a:t>2024-12-31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80A40-4C37-4FD2-B2B3-6A18A1296D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7166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E9EB5-BB34-43E2-94D8-BA9455691346}" type="datetimeFigureOut">
              <a:rPr lang="ko-KR" altLang="en-US" smtClean="0"/>
              <a:t>2024-12-31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80A40-4C37-4FD2-B2B3-6A18A1296D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2859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E9EB5-BB34-43E2-94D8-BA9455691346}" type="datetimeFigureOut">
              <a:rPr lang="ko-KR" altLang="en-US" smtClean="0"/>
              <a:t>2024-12-31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80A40-4C37-4FD2-B2B3-6A18A1296D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1178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E9EB5-BB34-43E2-94D8-BA9455691346}" type="datetimeFigureOut">
              <a:rPr lang="ko-KR" altLang="en-US" smtClean="0"/>
              <a:t>2024-12-31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80A40-4C37-4FD2-B2B3-6A18A1296D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9832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E9EB5-BB34-43E2-94D8-BA9455691346}" type="datetimeFigureOut">
              <a:rPr lang="ko-KR" altLang="en-US" smtClean="0"/>
              <a:t>2024-12-31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80A40-4C37-4FD2-B2B3-6A18A1296D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19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E9EB5-BB34-43E2-94D8-BA9455691346}" type="datetimeFigureOut">
              <a:rPr lang="ko-KR" altLang="en-US" smtClean="0"/>
              <a:t>2024-12-31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80A40-4C37-4FD2-B2B3-6A18A1296D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104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9E9EB5-BB34-43E2-94D8-BA9455691346}" type="datetimeFigureOut">
              <a:rPr lang="ko-KR" altLang="en-US" smtClean="0"/>
              <a:t>2024-12-31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080A40-4C37-4FD2-B2B3-6A18A1296D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785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666651"/>
              </p:ext>
            </p:extLst>
          </p:nvPr>
        </p:nvGraphicFramePr>
        <p:xfrm>
          <a:off x="106373" y="693241"/>
          <a:ext cx="11877647" cy="58929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7529">
                  <a:extLst>
                    <a:ext uri="{9D8B030D-6E8A-4147-A177-3AD203B41FA5}">
                      <a16:colId xmlns:a16="http://schemas.microsoft.com/office/drawing/2014/main" val="45346505"/>
                    </a:ext>
                  </a:extLst>
                </a:gridCol>
                <a:gridCol w="1732202">
                  <a:extLst>
                    <a:ext uri="{9D8B030D-6E8A-4147-A177-3AD203B41FA5}">
                      <a16:colId xmlns:a16="http://schemas.microsoft.com/office/drawing/2014/main" val="3466465574"/>
                    </a:ext>
                  </a:extLst>
                </a:gridCol>
                <a:gridCol w="1035339">
                  <a:extLst>
                    <a:ext uri="{9D8B030D-6E8A-4147-A177-3AD203B41FA5}">
                      <a16:colId xmlns:a16="http://schemas.microsoft.com/office/drawing/2014/main" val="469335755"/>
                    </a:ext>
                  </a:extLst>
                </a:gridCol>
                <a:gridCol w="2827272">
                  <a:extLst>
                    <a:ext uri="{9D8B030D-6E8A-4147-A177-3AD203B41FA5}">
                      <a16:colId xmlns:a16="http://schemas.microsoft.com/office/drawing/2014/main" val="3995436564"/>
                    </a:ext>
                  </a:extLst>
                </a:gridCol>
                <a:gridCol w="2623770">
                  <a:extLst>
                    <a:ext uri="{9D8B030D-6E8A-4147-A177-3AD203B41FA5}">
                      <a16:colId xmlns:a16="http://schemas.microsoft.com/office/drawing/2014/main" val="4173169535"/>
                    </a:ext>
                  </a:extLst>
                </a:gridCol>
                <a:gridCol w="2861535">
                  <a:extLst>
                    <a:ext uri="{9D8B030D-6E8A-4147-A177-3AD203B41FA5}">
                      <a16:colId xmlns:a16="http://schemas.microsoft.com/office/drawing/2014/main" val="1678836753"/>
                    </a:ext>
                  </a:extLst>
                </a:gridCol>
              </a:tblGrid>
              <a:tr h="3187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/>
                        <a:t>일련번호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/>
                        <a:t>발생한 버그 내용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 smtClean="0"/>
                        <a:t>발생일시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 smtClean="0"/>
                        <a:t>작업전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/>
                        <a:t>작업중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/>
                        <a:t>완료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7136845"/>
                  </a:ext>
                </a:extLst>
              </a:tr>
              <a:tr h="5574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1000" dirty="0" smtClean="0"/>
                        <a:t>로그인 페이지에</a:t>
                      </a:r>
                      <a:r>
                        <a:rPr lang="ko-KR" altLang="en-US" sz="1000" baseline="0" dirty="0" smtClean="0"/>
                        <a:t> </a:t>
                      </a:r>
                      <a:endParaRPr lang="en-US" altLang="ko-KR" sz="1000" baseline="0" dirty="0" smtClean="0"/>
                    </a:p>
                    <a:p>
                      <a:pPr marL="0" indent="0" algn="ctr" latinLnBrk="1">
                        <a:buNone/>
                      </a:pPr>
                      <a:r>
                        <a:rPr lang="ko-KR" altLang="en-US" sz="1000" dirty="0" err="1" smtClean="0"/>
                        <a:t>푸터가</a:t>
                      </a:r>
                      <a:r>
                        <a:rPr lang="ko-KR" altLang="en-US" sz="1000" dirty="0" smtClean="0"/>
                        <a:t> 두개가 나타나 </a:t>
                      </a:r>
                      <a:endParaRPr lang="en-US" altLang="ko-KR" sz="1000" dirty="0" smtClean="0"/>
                    </a:p>
                    <a:p>
                      <a:pPr marL="0" indent="0" algn="ctr" latinLnBrk="1">
                        <a:buNone/>
                      </a:pPr>
                      <a:r>
                        <a:rPr lang="ko-KR" altLang="en-US" sz="1000" dirty="0" err="1" smtClean="0"/>
                        <a:t>푸터를</a:t>
                      </a:r>
                      <a:r>
                        <a:rPr lang="ko-KR" altLang="en-US" sz="1000" dirty="0" smtClean="0"/>
                        <a:t> 제거하려고 한다</a:t>
                      </a:r>
                      <a:endParaRPr lang="en-US" altLang="ko-KR" sz="1000" dirty="0" smtClean="0"/>
                    </a:p>
                    <a:p>
                      <a:pPr marL="0" indent="0" algn="ctr" latinLnBrk="1">
                        <a:buNone/>
                      </a:pPr>
                      <a:endParaRPr lang="en-US" altLang="ko-KR" sz="1000" dirty="0" smtClean="0"/>
                    </a:p>
                    <a:p>
                      <a:pPr marL="342900" indent="-342900" algn="ctr" latinLnBrk="1">
                        <a:buAutoNum type="arabicPeriod"/>
                      </a:pPr>
                      <a:endParaRPr lang="en-US" altLang="ko-KR" sz="1000" dirty="0" smtClean="0"/>
                    </a:p>
                    <a:p>
                      <a:pPr algn="ctr" latinLnBrk="1"/>
                      <a:endParaRPr lang="en-US" altLang="ko-KR" sz="1000" dirty="0" smtClean="0"/>
                    </a:p>
                    <a:p>
                      <a:pPr algn="ctr" latinLnBrk="1"/>
                      <a:endParaRPr lang="en-US" altLang="ko-KR" sz="1000" dirty="0" smtClean="0"/>
                    </a:p>
                    <a:p>
                      <a:pPr algn="ctr" latinLnBrk="1"/>
                      <a:endParaRPr lang="en-US" altLang="ko-KR" sz="1000" dirty="0" smtClean="0"/>
                    </a:p>
                    <a:p>
                      <a:pPr algn="ctr"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2024-12-31</a:t>
                      </a:r>
                      <a:r>
                        <a:rPr lang="en-US" altLang="ko-KR" sz="1000" baseline="0" dirty="0" smtClean="0"/>
                        <a:t> 11:00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*</a:t>
                      </a:r>
                      <a:r>
                        <a:rPr lang="ko-KR" altLang="en-US" sz="1000" dirty="0" smtClean="0"/>
                        <a:t>기존 코드 일부분</a:t>
                      </a:r>
                      <a:r>
                        <a:rPr lang="en-US" altLang="ko-KR" sz="1000" dirty="0" smtClean="0"/>
                        <a:t>*</a:t>
                      </a:r>
                    </a:p>
                    <a:p>
                      <a:pPr algn="ctr" latinLnBrk="1"/>
                      <a:r>
                        <a:rPr lang="en-US" altLang="ko-KR" sz="1000" dirty="0" smtClean="0"/>
                        <a:t>         import React, { </a:t>
                      </a:r>
                      <a:r>
                        <a:rPr lang="en-US" altLang="ko-KR" sz="1000" dirty="0" err="1" smtClean="0"/>
                        <a:t>useState</a:t>
                      </a:r>
                      <a:r>
                        <a:rPr lang="en-US" altLang="ko-KR" sz="1000" dirty="0" smtClean="0"/>
                        <a:t> } from "react";</a:t>
                      </a:r>
                    </a:p>
                    <a:p>
                      <a:pPr algn="ctr" latinLnBrk="1"/>
                      <a:r>
                        <a:rPr lang="en-US" altLang="ko-KR" sz="1000" dirty="0" smtClean="0"/>
                        <a:t>     import { </a:t>
                      </a:r>
                      <a:r>
                        <a:rPr lang="en-US" altLang="ko-KR" sz="1000" dirty="0" err="1" smtClean="0"/>
                        <a:t>useNavigate</a:t>
                      </a:r>
                      <a:r>
                        <a:rPr lang="en-US" altLang="ko-KR" sz="1000" dirty="0" smtClean="0"/>
                        <a:t> } from "react-router-</a:t>
                      </a:r>
                      <a:r>
                        <a:rPr lang="en-US" altLang="ko-KR" sz="1000" dirty="0" err="1" smtClean="0"/>
                        <a:t>dom</a:t>
                      </a:r>
                      <a:r>
                        <a:rPr lang="en-US" altLang="ko-KR" sz="1000" dirty="0" smtClean="0"/>
                        <a:t>";</a:t>
                      </a:r>
                    </a:p>
                    <a:p>
                      <a:pPr algn="ctr" latinLnBrk="1"/>
                      <a:r>
                        <a:rPr lang="en-US" altLang="ko-KR" sz="1000" dirty="0" smtClean="0"/>
                        <a:t>import "../style/LoginPage.css";</a:t>
                      </a:r>
                    </a:p>
                    <a:p>
                      <a:pPr algn="ctr" latinLnBrk="1"/>
                      <a:r>
                        <a:rPr lang="en-US" altLang="ko-KR" sz="1000" dirty="0" smtClean="0"/>
                        <a:t> import Footer from "./../components/footer"; // Footer </a:t>
                      </a:r>
                      <a:r>
                        <a:rPr lang="ko-KR" altLang="en-US" sz="1000" dirty="0" smtClean="0"/>
                        <a:t>컴포넌트 추가</a:t>
                      </a:r>
                      <a:endParaRPr lang="en-US" altLang="ko-KR" sz="1000" dirty="0" smtClean="0"/>
                    </a:p>
                    <a:p>
                      <a:pPr algn="ctr" latinLnBrk="1"/>
                      <a:r>
                        <a:rPr lang="en-US" altLang="ko-KR" sz="1000" dirty="0" smtClean="0"/>
                        <a:t>import </a:t>
                      </a:r>
                      <a:r>
                        <a:rPr lang="en-US" altLang="ko-KR" sz="1000" dirty="0" err="1" smtClean="0"/>
                        <a:t>idImage</a:t>
                      </a:r>
                      <a:r>
                        <a:rPr lang="en-US" altLang="ko-KR" sz="1000" dirty="0" smtClean="0"/>
                        <a:t> from “</a:t>
                      </a:r>
                    </a:p>
                    <a:p>
                      <a:pPr algn="ctr" latinLnBrk="1"/>
                      <a:r>
                        <a:rPr lang="en-US" altLang="ko-KR" sz="1000" dirty="0" smtClean="0"/>
                        <a:t>./../images/ID</a:t>
                      </a:r>
                      <a:r>
                        <a:rPr lang="ko-KR" altLang="en-US" sz="1000" dirty="0" smtClean="0"/>
                        <a:t>이미지</a:t>
                      </a:r>
                      <a:r>
                        <a:rPr lang="en-US" altLang="ko-KR" sz="1000" dirty="0" smtClean="0"/>
                        <a:t>.jpg"; // </a:t>
                      </a:r>
                      <a:r>
                        <a:rPr lang="ko-KR" altLang="en-US" sz="1000" dirty="0" smtClean="0"/>
                        <a:t>이미지                   </a:t>
                      </a:r>
                      <a:r>
                        <a:rPr lang="en-US" altLang="ko-KR" sz="1000" dirty="0" err="1" smtClean="0"/>
                        <a:t>imporimport</a:t>
                      </a:r>
                      <a:r>
                        <a:rPr lang="en-US" altLang="ko-KR" sz="1000" dirty="0" smtClean="0"/>
                        <a:t> </a:t>
                      </a:r>
                      <a:r>
                        <a:rPr lang="en-US" altLang="ko-KR" sz="1000" dirty="0" err="1" smtClean="0"/>
                        <a:t>pwImage</a:t>
                      </a:r>
                      <a:r>
                        <a:rPr lang="en-US" altLang="ko-KR" sz="1000" dirty="0" smtClean="0"/>
                        <a:t> from "./../images/pwimg.jpg"; // </a:t>
                      </a:r>
                      <a:r>
                        <a:rPr lang="ko-KR" altLang="en-US" sz="1000" dirty="0" smtClean="0"/>
                        <a:t>이미지 </a:t>
                      </a:r>
                      <a:r>
                        <a:rPr lang="en-US" altLang="ko-KR" sz="1000" dirty="0" smtClean="0"/>
                        <a:t>import</a:t>
                      </a:r>
                    </a:p>
                    <a:p>
                      <a:pPr algn="ctr" latinLnBrk="1"/>
                      <a:r>
                        <a:rPr lang="en-US" altLang="ko-KR" sz="1000" dirty="0" smtClean="0"/>
                        <a:t>.</a:t>
                      </a:r>
                    </a:p>
                    <a:p>
                      <a:pPr algn="ctr" latinLnBrk="1"/>
                      <a:r>
                        <a:rPr lang="en-US" altLang="ko-KR" sz="1000" dirty="0" smtClean="0"/>
                        <a:t>.</a:t>
                      </a:r>
                    </a:p>
                    <a:p>
                      <a:pPr algn="ctr" latinLnBrk="1"/>
                      <a:r>
                        <a:rPr lang="en-US" altLang="ko-KR" sz="1000" dirty="0" smtClean="0"/>
                        <a:t>.</a:t>
                      </a:r>
                    </a:p>
                    <a:p>
                      <a:pPr algn="ctr" latinLnBrk="1"/>
                      <a:r>
                        <a:rPr lang="en-US" altLang="ko-KR" sz="1000" dirty="0" smtClean="0"/>
                        <a:t>.</a:t>
                      </a:r>
                    </a:p>
                    <a:p>
                      <a:pPr algn="ctr" latinLnBrk="1"/>
                      <a:r>
                        <a:rPr lang="en-US" altLang="ko-KR" sz="1000" dirty="0" smtClean="0"/>
                        <a:t>. </a:t>
                      </a:r>
                    </a:p>
                    <a:p>
                      <a:pPr algn="ctr" latinLnBrk="1"/>
                      <a:r>
                        <a:rPr lang="en-US" altLang="ko-KR" sz="1000" dirty="0" smtClean="0"/>
                        <a:t> {/* Footer </a:t>
                      </a:r>
                      <a:r>
                        <a:rPr lang="ko-KR" altLang="en-US" sz="1000" dirty="0" smtClean="0"/>
                        <a:t>컴포넌트 추가 *</a:t>
                      </a:r>
                      <a:r>
                        <a:rPr lang="en-US" altLang="ko-KR" sz="1000" dirty="0" smtClean="0"/>
                        <a:t>/}</a:t>
                      </a:r>
                    </a:p>
                    <a:p>
                      <a:pPr algn="ctr" latinLnBrk="1"/>
                      <a:r>
                        <a:rPr lang="en-US" altLang="ko-KR" sz="1000" dirty="0" smtClean="0"/>
                        <a:t>      &lt;Footer /&gt;</a:t>
                      </a:r>
                    </a:p>
                    <a:p>
                      <a:pPr algn="ctr" latinLnBrk="1"/>
                      <a:r>
                        <a:rPr lang="en-US" altLang="ko-KR" sz="1000" dirty="0" smtClean="0"/>
                        <a:t>.</a:t>
                      </a:r>
                    </a:p>
                    <a:p>
                      <a:pPr algn="ctr" latinLnBrk="1"/>
                      <a:r>
                        <a:rPr lang="en-US" altLang="ko-KR" sz="1000" dirty="0" smtClean="0"/>
                        <a:t>.</a:t>
                      </a:r>
                    </a:p>
                    <a:p>
                      <a:pPr algn="ctr" latinLnBrk="1"/>
                      <a:r>
                        <a:rPr lang="en-US" altLang="ko-KR" sz="1000" dirty="0" smtClean="0"/>
                        <a:t>.</a:t>
                      </a:r>
                    </a:p>
                    <a:p>
                      <a:pPr algn="ctr" latinLnBrk="1"/>
                      <a:endParaRPr lang="en-US" altLang="ko-KR" sz="1000" dirty="0" smtClean="0"/>
                    </a:p>
                    <a:p>
                      <a:pPr algn="ctr" latinLnBrk="1"/>
                      <a:endParaRPr lang="en-US" altLang="ko-KR" sz="1000" dirty="0" smtClean="0"/>
                    </a:p>
                    <a:p>
                      <a:pPr algn="ctr" latinLnBrk="1"/>
                      <a:endParaRPr lang="en-US" altLang="ko-KR" sz="1000" dirty="0" smtClean="0"/>
                    </a:p>
                    <a:p>
                      <a:pPr algn="ctr" latinLnBrk="1"/>
                      <a:endParaRPr lang="en-US" altLang="ko-KR" sz="1000" dirty="0" smtClean="0"/>
                    </a:p>
                    <a:p>
                      <a:pPr algn="ctr" latinLnBrk="1"/>
                      <a:endParaRPr lang="en-US" altLang="ko-KR" sz="1000" dirty="0" smtClean="0"/>
                    </a:p>
                    <a:p>
                      <a:pPr algn="ctr" latinLnBrk="1"/>
                      <a:endParaRPr lang="en-US" altLang="ko-KR" sz="1000" dirty="0" smtClean="0"/>
                    </a:p>
                    <a:p>
                      <a:pPr algn="ctr" latinLnBrk="1"/>
                      <a:endParaRPr lang="en-US" altLang="ko-KR" sz="1000" dirty="0" smtClean="0"/>
                    </a:p>
                    <a:p>
                      <a:pPr algn="ctr" latinLnBrk="1"/>
                      <a:endParaRPr lang="en-US" altLang="ko-KR" sz="1000" dirty="0" smtClean="0"/>
                    </a:p>
                    <a:p>
                      <a:pPr algn="ctr" latinLnBrk="1"/>
                      <a:endParaRPr lang="en-US" altLang="ko-KR" sz="1000" dirty="0" smtClean="0"/>
                    </a:p>
                    <a:p>
                      <a:pPr algn="ctr" latinLnBrk="1"/>
                      <a:endParaRPr lang="en-US" altLang="ko-KR" sz="1000" dirty="0" smtClean="0"/>
                    </a:p>
                    <a:p>
                      <a:pPr algn="ctr" latinLnBrk="1"/>
                      <a:endParaRPr lang="en-US" altLang="ko-KR" sz="1000" dirty="0" smtClean="0"/>
                    </a:p>
                    <a:p>
                      <a:pPr algn="ctr" latinLnBrk="1"/>
                      <a:endParaRPr lang="en-US" altLang="ko-KR" sz="1000" dirty="0" smtClean="0"/>
                    </a:p>
                    <a:p>
                      <a:pPr algn="ctr" latinLnBrk="1"/>
                      <a:endParaRPr lang="en-US" altLang="ko-KR" sz="1000" dirty="0" smtClean="0"/>
                    </a:p>
                    <a:p>
                      <a:pPr algn="ctr" latinLnBrk="1"/>
                      <a:endParaRPr lang="en-US" altLang="ko-KR" sz="1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/>
                        <a:t>App.js</a:t>
                      </a:r>
                      <a:r>
                        <a:rPr lang="ko-KR" altLang="en-US" sz="1000" dirty="0" smtClean="0"/>
                        <a:t>로 전역에 헤더 </a:t>
                      </a:r>
                      <a:r>
                        <a:rPr lang="ko-KR" altLang="en-US" sz="1000" dirty="0" err="1" smtClean="0"/>
                        <a:t>푸터를</a:t>
                      </a:r>
                      <a:r>
                        <a:rPr lang="ko-KR" altLang="en-US" sz="1000" dirty="0" smtClean="0"/>
                        <a:t> </a:t>
                      </a:r>
                      <a:endParaRPr lang="en-US" altLang="ko-KR" sz="1000" dirty="0" smtClean="0"/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/>
                        <a:t>뜨게 한 상황이라 문제점으로 보이는 </a:t>
                      </a:r>
                      <a:endParaRPr lang="en-US" altLang="ko-KR" sz="1000" dirty="0" smtClean="0"/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/>
                        <a:t> </a:t>
                      </a:r>
                      <a:r>
                        <a:rPr lang="en-US" altLang="ko-KR" sz="1000" dirty="0" smtClean="0"/>
                        <a:t>import Footer from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/>
                        <a:t>"./../components/footer";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/>
                        <a:t> // Footer </a:t>
                      </a:r>
                      <a:r>
                        <a:rPr lang="ko-KR" altLang="en-US" sz="1000" dirty="0" smtClean="0"/>
                        <a:t>컴포넌트 </a:t>
                      </a:r>
                      <a:r>
                        <a:rPr lang="ko-KR" altLang="en-US" sz="1000" dirty="0" err="1" smtClean="0"/>
                        <a:t>추가식</a:t>
                      </a:r>
                      <a:r>
                        <a:rPr lang="ko-KR" altLang="en-US" sz="1000" dirty="0" smtClean="0"/>
                        <a:t> </a:t>
                      </a:r>
                      <a:r>
                        <a:rPr lang="ko-KR" altLang="en-US" sz="1000" dirty="0" err="1" smtClean="0"/>
                        <a:t>이부분을</a:t>
                      </a:r>
                      <a:r>
                        <a:rPr lang="ko-KR" altLang="en-US" sz="1000" dirty="0" smtClean="0"/>
                        <a:t> 제거</a:t>
                      </a:r>
                      <a:endParaRPr lang="en-US" altLang="ko-KR" sz="1000" dirty="0" smtClean="0"/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dirty="0" smtClean="0"/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dirty="0" smtClean="0"/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dirty="0" smtClean="0"/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dirty="0" smtClean="0"/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dirty="0" smtClean="0"/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dirty="0" smtClean="0"/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dirty="0" smtClean="0"/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dirty="0" smtClean="0"/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dirty="0" smtClean="0"/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dirty="0" smtClean="0"/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dirty="0" smtClean="0"/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err="1" smtClean="0"/>
                        <a:t>제거후</a:t>
                      </a:r>
                      <a:r>
                        <a:rPr lang="ko-KR" altLang="en-US" sz="1000" dirty="0" smtClean="0"/>
                        <a:t> 오류발생</a:t>
                      </a:r>
                      <a:endParaRPr lang="en-US" altLang="ko-KR" sz="1000" dirty="0" smtClean="0"/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dirty="0" smtClean="0"/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err="1" smtClean="0"/>
                        <a:t>오류원인</a:t>
                      </a:r>
                      <a:r>
                        <a:rPr lang="ko-KR" altLang="en-US" sz="1000" dirty="0" smtClean="0"/>
                        <a:t> </a:t>
                      </a:r>
                      <a:r>
                        <a:rPr lang="en-US" altLang="ko-KR" sz="1000" dirty="0" smtClean="0"/>
                        <a:t>- Footer </a:t>
                      </a:r>
                      <a:r>
                        <a:rPr lang="ko-KR" altLang="en-US" sz="1000" dirty="0" smtClean="0"/>
                        <a:t>컴포넌트를 추가하려는</a:t>
                      </a:r>
                      <a:endParaRPr lang="en-US" altLang="ko-KR" sz="1000" dirty="0" smtClean="0"/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/>
                        <a:t> 식을 </a:t>
                      </a:r>
                      <a:r>
                        <a:rPr lang="ko-KR" altLang="en-US" sz="1000" dirty="0" err="1" smtClean="0"/>
                        <a:t>넣어놓았으나</a:t>
                      </a:r>
                      <a:r>
                        <a:rPr lang="ko-KR" altLang="en-US" sz="1000" dirty="0" smtClean="0"/>
                        <a:t> </a:t>
                      </a:r>
                      <a:r>
                        <a:rPr lang="en-US" altLang="ko-KR" sz="1000" dirty="0" smtClean="0"/>
                        <a:t>import</a:t>
                      </a:r>
                      <a:r>
                        <a:rPr lang="ko-KR" altLang="en-US" sz="1000" dirty="0" smtClean="0"/>
                        <a:t>식을 제거해버려 발생한 오류</a:t>
                      </a:r>
                      <a:endParaRPr lang="en-US" altLang="ko-KR" sz="1000" dirty="0" smtClean="0"/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dirty="0" smtClean="0"/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/>
                        <a:t>해결법 </a:t>
                      </a:r>
                      <a:r>
                        <a:rPr lang="en-US" altLang="ko-KR" sz="1000" dirty="0" smtClean="0"/>
                        <a:t>: Footer </a:t>
                      </a:r>
                      <a:r>
                        <a:rPr lang="ko-KR" altLang="en-US" sz="1000" dirty="0" smtClean="0"/>
                        <a:t>컴포넌트를 추가하려는 식을 제거 </a:t>
                      </a:r>
                      <a:r>
                        <a:rPr lang="en-US" altLang="ko-KR" sz="1000" dirty="0" smtClean="0"/>
                        <a:t>+ </a:t>
                      </a:r>
                      <a:r>
                        <a:rPr lang="ko-KR" altLang="en-US" sz="1000" dirty="0" smtClean="0"/>
                        <a:t>기존 </a:t>
                      </a:r>
                      <a:r>
                        <a:rPr lang="en-US" altLang="ko-KR" sz="1000" dirty="0" smtClean="0"/>
                        <a:t>import </a:t>
                      </a:r>
                      <a:r>
                        <a:rPr lang="ko-KR" altLang="en-US" sz="1000" dirty="0" smtClean="0"/>
                        <a:t>식을 제거 유지</a:t>
                      </a:r>
                      <a:endParaRPr lang="en-US" altLang="ko-KR" sz="1000" dirty="0" smtClean="0"/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dirty="0" smtClean="0"/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/>
                        <a:t> 문제의 </a:t>
                      </a:r>
                      <a:r>
                        <a:rPr lang="en-US" altLang="ko-KR" sz="1000" dirty="0" smtClean="0"/>
                        <a:t>Footer </a:t>
                      </a:r>
                      <a:r>
                        <a:rPr lang="ko-KR" altLang="en-US" sz="1000" dirty="0" smtClean="0"/>
                        <a:t>컴포넌트를 추가하려는 식 </a:t>
                      </a:r>
                      <a:r>
                        <a:rPr lang="en-US" altLang="ko-KR" sz="1000" dirty="0" smtClean="0"/>
                        <a:t>: {/* Footer </a:t>
                      </a:r>
                      <a:r>
                        <a:rPr lang="ko-KR" altLang="en-US" sz="1000" dirty="0" smtClean="0"/>
                        <a:t>컴포넌트 추가 *</a:t>
                      </a:r>
                      <a:r>
                        <a:rPr lang="en-US" altLang="ko-KR" sz="1000" dirty="0" smtClean="0"/>
                        <a:t>/}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/>
                        <a:t>      &lt;Footer /&gt;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err="1" smtClean="0"/>
                        <a:t>저부분을</a:t>
                      </a:r>
                      <a:r>
                        <a:rPr lang="ko-KR" altLang="en-US" sz="1000" dirty="0" smtClean="0"/>
                        <a:t> 제거 하면 완전하게 수동 </a:t>
                      </a:r>
                      <a:r>
                        <a:rPr lang="ko-KR" altLang="en-US" sz="1000" dirty="0" err="1" smtClean="0"/>
                        <a:t>푸터</a:t>
                      </a:r>
                      <a:r>
                        <a:rPr lang="ko-KR" altLang="en-US" sz="1000" dirty="0" smtClean="0"/>
                        <a:t> 컴포넌트가 끊어지므로 전역 </a:t>
                      </a:r>
                      <a:r>
                        <a:rPr lang="ko-KR" altLang="en-US" sz="1000" dirty="0" err="1" smtClean="0"/>
                        <a:t>푸터가</a:t>
                      </a:r>
                      <a:r>
                        <a:rPr lang="ko-KR" altLang="en-US" sz="1000" dirty="0" smtClean="0"/>
                        <a:t> 정상적으로 작동</a:t>
                      </a:r>
                      <a:endParaRPr lang="en-US" altLang="ko-KR" sz="1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*</a:t>
                      </a:r>
                      <a:r>
                        <a:rPr lang="ko-KR" altLang="en-US" sz="1000" dirty="0" smtClean="0"/>
                        <a:t>수정된 코드 일부분</a:t>
                      </a:r>
                      <a:r>
                        <a:rPr lang="en-US" altLang="ko-KR" sz="1000" dirty="0" smtClean="0"/>
                        <a:t>*</a:t>
                      </a:r>
                    </a:p>
                    <a:p>
                      <a:pPr algn="ctr" latinLnBrk="1"/>
                      <a:r>
                        <a:rPr lang="en-US" altLang="ko-KR" sz="1000" dirty="0" smtClean="0"/>
                        <a:t>import React, { </a:t>
                      </a:r>
                      <a:r>
                        <a:rPr lang="en-US" altLang="ko-KR" sz="1000" dirty="0" err="1" smtClean="0"/>
                        <a:t>useState</a:t>
                      </a:r>
                      <a:r>
                        <a:rPr lang="en-US" altLang="ko-KR" sz="1000" dirty="0" smtClean="0"/>
                        <a:t> } from "react";</a:t>
                      </a:r>
                    </a:p>
                    <a:p>
                      <a:pPr algn="ctr" latinLnBrk="1"/>
                      <a:r>
                        <a:rPr lang="en-US" altLang="ko-KR" sz="1000" dirty="0" smtClean="0"/>
                        <a:t>    import { </a:t>
                      </a:r>
                      <a:r>
                        <a:rPr lang="en-US" altLang="ko-KR" sz="1000" dirty="0" err="1" smtClean="0"/>
                        <a:t>useNavigate</a:t>
                      </a:r>
                      <a:r>
                        <a:rPr lang="en-US" altLang="ko-KR" sz="1000" dirty="0" smtClean="0"/>
                        <a:t> } from "react-router-</a:t>
                      </a:r>
                      <a:r>
                        <a:rPr lang="en-US" altLang="ko-KR" sz="1000" dirty="0" err="1" smtClean="0"/>
                        <a:t>dom</a:t>
                      </a:r>
                      <a:r>
                        <a:rPr lang="en-US" altLang="ko-KR" sz="1000" dirty="0" smtClean="0"/>
                        <a:t>";</a:t>
                      </a:r>
                    </a:p>
                    <a:p>
                      <a:pPr algn="ctr" latinLnBrk="1"/>
                      <a:r>
                        <a:rPr lang="en-US" altLang="ko-KR" sz="1000" dirty="0" smtClean="0"/>
                        <a:t>import "../style/LoginPage.css";</a:t>
                      </a:r>
                    </a:p>
                    <a:p>
                      <a:pPr algn="ctr" latinLnBrk="1"/>
                      <a:r>
                        <a:rPr lang="en-US" altLang="ko-KR" sz="1000" dirty="0" smtClean="0"/>
                        <a:t>import </a:t>
                      </a:r>
                      <a:r>
                        <a:rPr lang="en-US" altLang="ko-KR" sz="1000" dirty="0" err="1" smtClean="0"/>
                        <a:t>idImage</a:t>
                      </a:r>
                      <a:r>
                        <a:rPr lang="en-US" altLang="ko-KR" sz="1000" dirty="0" smtClean="0"/>
                        <a:t> from "./../images/ID</a:t>
                      </a:r>
                      <a:r>
                        <a:rPr lang="ko-KR" altLang="en-US" sz="1000" dirty="0" smtClean="0"/>
                        <a:t>이미지</a:t>
                      </a:r>
                      <a:r>
                        <a:rPr lang="en-US" altLang="ko-KR" sz="1000" dirty="0" smtClean="0"/>
                        <a:t>.jpg"; // </a:t>
                      </a:r>
                      <a:r>
                        <a:rPr lang="ko-KR" altLang="en-US" sz="1000" dirty="0" smtClean="0"/>
                        <a:t>이미지 </a:t>
                      </a:r>
                      <a:r>
                        <a:rPr lang="en-US" altLang="ko-KR" sz="1000" dirty="0" smtClean="0"/>
                        <a:t>import</a:t>
                      </a:r>
                    </a:p>
                    <a:p>
                      <a:pPr algn="ctr" latinLnBrk="1"/>
                      <a:r>
                        <a:rPr lang="en-US" altLang="ko-KR" sz="1000" dirty="0" smtClean="0"/>
                        <a:t>import </a:t>
                      </a:r>
                      <a:r>
                        <a:rPr lang="en-US" altLang="ko-KR" sz="1000" dirty="0" err="1" smtClean="0"/>
                        <a:t>pwImage</a:t>
                      </a:r>
                      <a:r>
                        <a:rPr lang="en-US" altLang="ko-KR" sz="1000" dirty="0" smtClean="0"/>
                        <a:t> from "./../images/pwimg.jpg"; // </a:t>
                      </a:r>
                      <a:r>
                        <a:rPr lang="ko-KR" altLang="en-US" sz="1000" dirty="0" smtClean="0"/>
                        <a:t>이미지 </a:t>
                      </a:r>
                      <a:r>
                        <a:rPr lang="en-US" altLang="ko-KR" sz="1000" dirty="0" smtClean="0"/>
                        <a:t>import</a:t>
                      </a:r>
                    </a:p>
                    <a:p>
                      <a:pPr algn="ctr" latinLnBrk="1"/>
                      <a:r>
                        <a:rPr lang="en-US" altLang="ko-KR" sz="1000" dirty="0" smtClean="0"/>
                        <a:t>.</a:t>
                      </a:r>
                    </a:p>
                    <a:p>
                      <a:pPr algn="ctr" latinLnBrk="1"/>
                      <a:r>
                        <a:rPr lang="en-US" altLang="ko-KR" sz="1000" dirty="0" smtClean="0"/>
                        <a:t>.</a:t>
                      </a:r>
                    </a:p>
                    <a:p>
                      <a:pPr algn="ctr" latinLnBrk="1"/>
                      <a:r>
                        <a:rPr lang="en-US" altLang="ko-KR" sz="1000" dirty="0" smtClean="0"/>
                        <a:t>.</a:t>
                      </a:r>
                    </a:p>
                    <a:p>
                      <a:pPr algn="ctr" latinLnBrk="1"/>
                      <a:r>
                        <a:rPr lang="en-US" altLang="ko-KR" sz="1000" dirty="0" err="1" smtClean="0"/>
                        <a:t>const</a:t>
                      </a:r>
                      <a:r>
                        <a:rPr lang="en-US" altLang="ko-KR" sz="1000" dirty="0" smtClean="0"/>
                        <a:t> </a:t>
                      </a:r>
                      <a:r>
                        <a:rPr lang="en-US" altLang="ko-KR" sz="1000" dirty="0" err="1" smtClean="0"/>
                        <a:t>LoginPage</a:t>
                      </a:r>
                      <a:r>
                        <a:rPr lang="en-US" altLang="ko-KR" sz="1000" dirty="0" smtClean="0"/>
                        <a:t> = () =&gt; {</a:t>
                      </a:r>
                    </a:p>
                    <a:p>
                      <a:pPr algn="ctr" latinLnBrk="1"/>
                      <a:r>
                        <a:rPr lang="en-US" altLang="ko-KR" sz="1000" dirty="0" smtClean="0"/>
                        <a:t>         </a:t>
                      </a:r>
                      <a:r>
                        <a:rPr lang="en-US" altLang="ko-KR" sz="1000" dirty="0" err="1" smtClean="0"/>
                        <a:t>const</a:t>
                      </a:r>
                      <a:r>
                        <a:rPr lang="en-US" altLang="ko-KR" sz="1000" dirty="0" smtClean="0"/>
                        <a:t> [</a:t>
                      </a:r>
                      <a:r>
                        <a:rPr lang="en-US" altLang="ko-KR" sz="1000" dirty="0" err="1" smtClean="0"/>
                        <a:t>formData</a:t>
                      </a:r>
                      <a:r>
                        <a:rPr lang="en-US" altLang="ko-KR" sz="1000" dirty="0" smtClean="0"/>
                        <a:t>, </a:t>
                      </a:r>
                      <a:r>
                        <a:rPr lang="en-US" altLang="ko-KR" sz="1000" dirty="0" err="1" smtClean="0"/>
                        <a:t>setFormData</a:t>
                      </a:r>
                      <a:r>
                        <a:rPr lang="en-US" altLang="ko-KR" sz="1000" dirty="0" smtClean="0"/>
                        <a:t>] = </a:t>
                      </a:r>
                      <a:r>
                        <a:rPr lang="en-US" altLang="ko-KR" sz="1000" dirty="0" err="1" smtClean="0"/>
                        <a:t>useState</a:t>
                      </a:r>
                      <a:r>
                        <a:rPr lang="en-US" altLang="ko-KR" sz="1000" dirty="0" smtClean="0"/>
                        <a:t>({</a:t>
                      </a:r>
                    </a:p>
                    <a:p>
                      <a:pPr algn="ctr" latinLnBrk="1"/>
                      <a:r>
                        <a:rPr lang="en-US" altLang="ko-KR" sz="1000" dirty="0" smtClean="0"/>
                        <a:t>    </a:t>
                      </a:r>
                      <a:r>
                        <a:rPr lang="en-US" altLang="ko-KR" sz="1000" dirty="0" err="1" smtClean="0"/>
                        <a:t>userId</a:t>
                      </a:r>
                      <a:r>
                        <a:rPr lang="en-US" altLang="ko-KR" sz="1000" dirty="0" smtClean="0"/>
                        <a:t>: "",</a:t>
                      </a:r>
                    </a:p>
                    <a:p>
                      <a:pPr algn="ctr" latinLnBrk="1"/>
                      <a:r>
                        <a:rPr lang="en-US" altLang="ko-KR" sz="1000" dirty="0" smtClean="0"/>
                        <a:t>.</a:t>
                      </a:r>
                    </a:p>
                    <a:p>
                      <a:pPr algn="ctr" latinLnBrk="1"/>
                      <a:r>
                        <a:rPr lang="en-US" altLang="ko-KR" sz="1000" dirty="0" smtClean="0"/>
                        <a:t>.</a:t>
                      </a:r>
                    </a:p>
                    <a:p>
                      <a:pPr algn="ctr" latinLnBrk="1"/>
                      <a:r>
                        <a:rPr lang="en-US" altLang="ko-KR" sz="1000" dirty="0" smtClean="0"/>
                        <a:t>  return (</a:t>
                      </a:r>
                    </a:p>
                    <a:p>
                      <a:pPr algn="ctr" latinLnBrk="1"/>
                      <a:r>
                        <a:rPr lang="en-US" altLang="ko-KR" sz="1000" dirty="0" smtClean="0"/>
                        <a:t>    &lt;div id="wrap"&gt;</a:t>
                      </a:r>
                    </a:p>
                    <a:p>
                      <a:pPr algn="ctr" latinLnBrk="1"/>
                      <a:r>
                        <a:rPr lang="en-US" altLang="ko-KR" sz="1000" dirty="0" smtClean="0"/>
                        <a:t>      &lt;div id="</a:t>
                      </a:r>
                      <a:r>
                        <a:rPr lang="en-US" altLang="ko-KR" sz="1000" dirty="0" err="1" smtClean="0"/>
                        <a:t>Login_wrap</a:t>
                      </a:r>
                      <a:r>
                        <a:rPr lang="en-US" altLang="ko-KR" sz="1000" dirty="0" smtClean="0"/>
                        <a:t>"&gt;</a:t>
                      </a:r>
                    </a:p>
                    <a:p>
                      <a:pPr algn="ctr" latinLnBrk="1"/>
                      <a:r>
                        <a:rPr lang="en-US" altLang="ko-KR" sz="1000" dirty="0" smtClean="0"/>
                        <a:t>        &lt;div </a:t>
                      </a:r>
                      <a:r>
                        <a:rPr lang="en-US" altLang="ko-KR" sz="1000" dirty="0" err="1" smtClean="0"/>
                        <a:t>className</a:t>
                      </a:r>
                      <a:r>
                        <a:rPr lang="en-US" altLang="ko-KR" sz="1000" dirty="0" smtClean="0"/>
                        <a:t>="</a:t>
                      </a:r>
                      <a:r>
                        <a:rPr lang="en-US" altLang="ko-KR" sz="1000" dirty="0" err="1" smtClean="0"/>
                        <a:t>logintop</a:t>
                      </a:r>
                      <a:r>
                        <a:rPr lang="en-US" altLang="ko-KR" sz="1000" dirty="0" smtClean="0"/>
                        <a:t>"&gt;</a:t>
                      </a:r>
                    </a:p>
                    <a:p>
                      <a:pPr algn="ctr" latinLnBrk="1"/>
                      <a:r>
                        <a:rPr lang="en-US" altLang="ko-KR" sz="1000" dirty="0" smtClean="0"/>
                        <a:t>          &lt;h2&gt;LOGIN&lt;/h2&gt;</a:t>
                      </a:r>
                    </a:p>
                    <a:p>
                      <a:pPr algn="ctr" latinLnBrk="1"/>
                      <a:r>
                        <a:rPr lang="en-US" altLang="ko-KR" sz="1000" dirty="0" smtClean="0"/>
                        <a:t>          &lt;p&gt;</a:t>
                      </a:r>
                      <a:r>
                        <a:rPr lang="ko-KR" altLang="en-US" sz="1000" dirty="0" smtClean="0"/>
                        <a:t>불편하신 사항이 있으시면 고객센터로 문의하여 주시기 바랍니다</a:t>
                      </a:r>
                      <a:r>
                        <a:rPr lang="en-US" altLang="ko-KR" sz="1000" dirty="0" smtClean="0"/>
                        <a:t>.&lt;/p&gt;</a:t>
                      </a:r>
                    </a:p>
                    <a:p>
                      <a:pPr algn="ctr" latinLnBrk="1"/>
                      <a:r>
                        <a:rPr lang="en-US" altLang="ko-KR" sz="1000" dirty="0" smtClean="0"/>
                        <a:t>        &lt;/div&gt;</a:t>
                      </a:r>
                    </a:p>
                    <a:p>
                      <a:pPr algn="ctr" latinLnBrk="1"/>
                      <a:r>
                        <a:rPr lang="en-US" altLang="ko-KR" sz="1000" dirty="0" smtClean="0"/>
                        <a:t>.</a:t>
                      </a:r>
                    </a:p>
                    <a:p>
                      <a:pPr algn="ctr" latinLnBrk="1"/>
                      <a:r>
                        <a:rPr lang="en-US" altLang="ko-KR" sz="1000" dirty="0" smtClean="0"/>
                        <a:t>.</a:t>
                      </a:r>
                    </a:p>
                    <a:p>
                      <a:pPr algn="ctr" latinLnBrk="1"/>
                      <a:r>
                        <a:rPr lang="en-US" altLang="ko-KR" sz="1000" dirty="0" smtClean="0"/>
                        <a:t>.</a:t>
                      </a:r>
                    </a:p>
                    <a:p>
                      <a:pPr algn="ctr" latinLnBrk="1"/>
                      <a:r>
                        <a:rPr lang="en-US" altLang="ko-KR" sz="1000" dirty="0" smtClean="0"/>
                        <a:t>.</a:t>
                      </a:r>
                    </a:p>
                    <a:p>
                      <a:pPr algn="ctr" latinLnBrk="1"/>
                      <a:r>
                        <a:rPr lang="en-US" altLang="ko-KR" sz="1000" dirty="0" smtClean="0"/>
                        <a:t>export default </a:t>
                      </a:r>
                      <a:r>
                        <a:rPr lang="en-US" altLang="ko-KR" sz="1000" dirty="0" err="1" smtClean="0"/>
                        <a:t>LoginPage</a:t>
                      </a:r>
                      <a:r>
                        <a:rPr lang="en-US" altLang="ko-KR" sz="1000" dirty="0" smtClean="0"/>
                        <a:t>;</a:t>
                      </a:r>
                    </a:p>
                    <a:p>
                      <a:pPr algn="ctr" latinLnBrk="1"/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93783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959429" y="203199"/>
            <a:ext cx="763451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dirty="0" err="1" smtClean="0"/>
              <a:t>버그리포트</a:t>
            </a:r>
            <a:endParaRPr lang="ko-KR" altLang="en-US" sz="150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6071" y="4055633"/>
            <a:ext cx="2635486" cy="229137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986" y="1911887"/>
            <a:ext cx="2429044" cy="1484556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5366" y="5370472"/>
            <a:ext cx="2452744" cy="1127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530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311</Words>
  <Application>Microsoft Office PowerPoint</Application>
  <PresentationFormat>와이드스크린</PresentationFormat>
  <Paragraphs>97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Class07</dc:creator>
  <cp:lastModifiedBy>Class07</cp:lastModifiedBy>
  <cp:revision>8</cp:revision>
  <dcterms:created xsi:type="dcterms:W3CDTF">2024-12-31T07:21:16Z</dcterms:created>
  <dcterms:modified xsi:type="dcterms:W3CDTF">2024-12-31T08:32:23Z</dcterms:modified>
</cp:coreProperties>
</file>