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1536" y="1069849"/>
            <a:ext cx="9960864" cy="1470025"/>
          </a:xfrm>
        </p:spPr>
        <p:txBody>
          <a:bodyPr>
            <a:noAutofit/>
          </a:bodyPr>
          <a:lstStyle>
            <a:lvl1pPr algn="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57600" y="384048"/>
            <a:ext cx="7924800" cy="612648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760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8720"/>
            <a:ext cx="109728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050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976" y="2286001"/>
            <a:ext cx="10363200" cy="1362075"/>
          </a:xfrm>
        </p:spPr>
        <p:txBody>
          <a:bodyPr anchor="t">
            <a:noAutofit/>
          </a:bodyPr>
          <a:lstStyle>
            <a:lvl1pPr algn="ctr">
              <a:defRPr sz="48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353312"/>
            <a:ext cx="10363200" cy="90525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5981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6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304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53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93976"/>
            <a:ext cx="5386917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7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093976"/>
            <a:ext cx="5389033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2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91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54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36" y="0"/>
            <a:ext cx="9960864" cy="987552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688" y="1371600"/>
            <a:ext cx="6230112" cy="4855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034528" y="1371600"/>
            <a:ext cx="3511296" cy="4873752"/>
          </a:xfrm>
          <a:gradFill>
            <a:gsLst>
              <a:gs pos="0">
                <a:schemeClr val="bg1">
                  <a:lumMod val="95000"/>
                  <a:alpha val="34000"/>
                </a:schemeClr>
              </a:gs>
              <a:gs pos="6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79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855464"/>
            <a:ext cx="4291584" cy="77724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5157216" y="1216152"/>
            <a:ext cx="6169152" cy="4398264"/>
          </a:xfrm>
          <a:solidFill>
            <a:srgbClr val="EAEAEA"/>
          </a:solidFill>
          <a:effectLst>
            <a:outerShdw blurRad="254000" dist="1016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60" y="1216152"/>
            <a:ext cx="4291584" cy="3575304"/>
          </a:xfrm>
        </p:spPr>
        <p:txBody>
          <a:bodyPr anchor="b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83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43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424416" y="356617"/>
            <a:ext cx="2157984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56617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90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black">
          <a:xfrm>
            <a:off x="0" y="0"/>
            <a:ext cx="1621536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white">
          <a:xfrm>
            <a:off x="101600" y="1066800"/>
            <a:ext cx="3454400" cy="1219200"/>
          </a:xfrm>
          <a:prstGeom prst="rect">
            <a:avLst/>
          </a:prstGeom>
          <a:blipFill dpi="0" rotWithShape="1">
            <a:blip r:embed="rId13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136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11546538" y="5872450"/>
            <a:ext cx="723900" cy="555625"/>
          </a:xfrm>
          <a:prstGeom prst="rect">
            <a:avLst/>
          </a:prstGeom>
          <a:noFill/>
        </p:spPr>
      </p:pic>
      <p:pic>
        <p:nvPicPr>
          <p:cNvPr id="11" name="Picture 13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 flipH="1" flipV="1">
            <a:off x="203200" y="4724401"/>
            <a:ext cx="567267" cy="434975"/>
          </a:xfrm>
          <a:prstGeom prst="rect">
            <a:avLst/>
          </a:prstGeom>
          <a:noFill/>
        </p:spPr>
      </p:pic>
      <p:pic>
        <p:nvPicPr>
          <p:cNvPr id="12" name="Picture 9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711200" y="152401"/>
            <a:ext cx="922867" cy="708025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 bwMode="white">
          <a:xfrm>
            <a:off x="1622595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ltGray">
          <a:xfrm>
            <a:off x="11618976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ltGray">
          <a:xfrm>
            <a:off x="3560064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White">
          <a:xfrm>
            <a:off x="0" y="990600"/>
            <a:ext cx="12192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White">
          <a:xfrm>
            <a:off x="7717536" y="1069848"/>
            <a:ext cx="4474464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01"/>
          <p:cNvGrpSpPr>
            <a:grpSpLocks/>
          </p:cNvGrpSpPr>
          <p:nvPr/>
        </p:nvGrpSpPr>
        <p:grpSpPr bwMode="ltGray">
          <a:xfrm>
            <a:off x="-82016" y="-103188"/>
            <a:ext cx="5466816" cy="4217988"/>
            <a:chOff x="-80" y="-65"/>
            <a:chExt cx="2624" cy="2631"/>
          </a:xfrm>
          <a:solidFill>
            <a:schemeClr val="bg2">
              <a:lumMod val="20000"/>
              <a:lumOff val="80000"/>
              <a:alpha val="10196"/>
            </a:schemeClr>
          </a:solidFill>
        </p:grpSpPr>
        <p:sp>
          <p:nvSpPr>
            <p:cNvPr id="19" name="Freeform 102"/>
            <p:cNvSpPr>
              <a:spLocks/>
            </p:cNvSpPr>
            <p:nvPr/>
          </p:nvSpPr>
          <p:spPr bwMode="ltGray">
            <a:xfrm>
              <a:off x="1703" y="0"/>
              <a:ext cx="73" cy="34"/>
            </a:xfrm>
            <a:custGeom>
              <a:avLst/>
              <a:gdLst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32 w 711"/>
                <a:gd name="connsiteY2" fmla="*/ 401 h 451"/>
                <a:gd name="connsiteX3" fmla="*/ 112 w 711"/>
                <a:gd name="connsiteY3" fmla="*/ 367 h 451"/>
                <a:gd name="connsiteX4" fmla="*/ 94 w 711"/>
                <a:gd name="connsiteY4" fmla="*/ 335 h 451"/>
                <a:gd name="connsiteX5" fmla="*/ 674 w 711"/>
                <a:gd name="connsiteY5" fmla="*/ 0 h 451"/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85 w 711"/>
                <a:gd name="connsiteY2" fmla="*/ 369 h 451"/>
                <a:gd name="connsiteX3" fmla="*/ 132 w 711"/>
                <a:gd name="connsiteY3" fmla="*/ 401 h 451"/>
                <a:gd name="connsiteX4" fmla="*/ 112 w 711"/>
                <a:gd name="connsiteY4" fmla="*/ 367 h 451"/>
                <a:gd name="connsiteX5" fmla="*/ 94 w 711"/>
                <a:gd name="connsiteY5" fmla="*/ 335 h 451"/>
                <a:gd name="connsiteX6" fmla="*/ 674 w 711"/>
                <a:gd name="connsiteY6" fmla="*/ 0 h 451"/>
                <a:gd name="connsiteX0" fmla="*/ 674 w 711"/>
                <a:gd name="connsiteY0" fmla="*/ 0 h 401"/>
                <a:gd name="connsiteX1" fmla="*/ 711 w 711"/>
                <a:gd name="connsiteY1" fmla="*/ 67 h 401"/>
                <a:gd name="connsiteX2" fmla="*/ 185 w 711"/>
                <a:gd name="connsiteY2" fmla="*/ 369 h 401"/>
                <a:gd name="connsiteX3" fmla="*/ 132 w 711"/>
                <a:gd name="connsiteY3" fmla="*/ 401 h 401"/>
                <a:gd name="connsiteX4" fmla="*/ 112 w 711"/>
                <a:gd name="connsiteY4" fmla="*/ 367 h 401"/>
                <a:gd name="connsiteX5" fmla="*/ 94 w 711"/>
                <a:gd name="connsiteY5" fmla="*/ 335 h 401"/>
                <a:gd name="connsiteX6" fmla="*/ 674 w 711"/>
                <a:gd name="connsiteY6" fmla="*/ 0 h 401"/>
                <a:gd name="connsiteX0" fmla="*/ 562 w 599"/>
                <a:gd name="connsiteY0" fmla="*/ 0 h 401"/>
                <a:gd name="connsiteX1" fmla="*/ 599 w 599"/>
                <a:gd name="connsiteY1" fmla="*/ 67 h 401"/>
                <a:gd name="connsiteX2" fmla="*/ 73 w 599"/>
                <a:gd name="connsiteY2" fmla="*/ 369 h 401"/>
                <a:gd name="connsiteX3" fmla="*/ 20 w 599"/>
                <a:gd name="connsiteY3" fmla="*/ 401 h 401"/>
                <a:gd name="connsiteX4" fmla="*/ 0 w 599"/>
                <a:gd name="connsiteY4" fmla="*/ 367 h 401"/>
                <a:gd name="connsiteX5" fmla="*/ 562 w 599"/>
                <a:gd name="connsiteY5" fmla="*/ 0 h 401"/>
                <a:gd name="connsiteX0" fmla="*/ 0 w 599"/>
                <a:gd name="connsiteY0" fmla="*/ 300 h 334"/>
                <a:gd name="connsiteX1" fmla="*/ 599 w 599"/>
                <a:gd name="connsiteY1" fmla="*/ 0 h 334"/>
                <a:gd name="connsiteX2" fmla="*/ 73 w 599"/>
                <a:gd name="connsiteY2" fmla="*/ 302 h 334"/>
                <a:gd name="connsiteX3" fmla="*/ 20 w 599"/>
                <a:gd name="connsiteY3" fmla="*/ 334 h 334"/>
                <a:gd name="connsiteX4" fmla="*/ 0 w 599"/>
                <a:gd name="connsiteY4" fmla="*/ 300 h 334"/>
                <a:gd name="connsiteX0" fmla="*/ 0 w 73"/>
                <a:gd name="connsiteY0" fmla="*/ 5 h 39"/>
                <a:gd name="connsiteX1" fmla="*/ 73 w 73"/>
                <a:gd name="connsiteY1" fmla="*/ 7 h 39"/>
                <a:gd name="connsiteX2" fmla="*/ 20 w 73"/>
                <a:gd name="connsiteY2" fmla="*/ 39 h 39"/>
                <a:gd name="connsiteX3" fmla="*/ 0 w 73"/>
                <a:gd name="connsiteY3" fmla="*/ 5 h 39"/>
                <a:gd name="connsiteX0" fmla="*/ 0 w 73"/>
                <a:gd name="connsiteY0" fmla="*/ 0 h 34"/>
                <a:gd name="connsiteX1" fmla="*/ 73 w 73"/>
                <a:gd name="connsiteY1" fmla="*/ 2 h 34"/>
                <a:gd name="connsiteX2" fmla="*/ 20 w 73"/>
                <a:gd name="connsiteY2" fmla="*/ 34 h 34"/>
                <a:gd name="connsiteX3" fmla="*/ 0 w 73"/>
                <a:gd name="connsiteY3" fmla="*/ 0 h 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" h="34">
                  <a:moveTo>
                    <a:pt x="0" y="0"/>
                  </a:moveTo>
                  <a:cubicBezTo>
                    <a:pt x="24" y="1"/>
                    <a:pt x="49" y="1"/>
                    <a:pt x="73" y="2"/>
                  </a:cubicBezTo>
                  <a:lnTo>
                    <a:pt x="20" y="34"/>
                  </a:lnTo>
                  <a:cubicBezTo>
                    <a:pt x="13" y="23"/>
                    <a:pt x="7" y="1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Freeform 103"/>
            <p:cNvSpPr>
              <a:spLocks/>
            </p:cNvSpPr>
            <p:nvPr/>
          </p:nvSpPr>
          <p:spPr bwMode="ltGray">
            <a:xfrm>
              <a:off x="1739" y="2"/>
              <a:ext cx="314" cy="131"/>
            </a:xfrm>
            <a:custGeom>
              <a:avLst/>
              <a:gdLst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3 w 638"/>
                <a:gd name="connsiteY2" fmla="*/ 353 h 353"/>
                <a:gd name="connsiteX3" fmla="*/ 0 w 638"/>
                <a:gd name="connsiteY3" fmla="*/ 284 h 353"/>
                <a:gd name="connsiteX4" fmla="*/ 129 w 638"/>
                <a:gd name="connsiteY4" fmla="*/ 222 h 353"/>
                <a:gd name="connsiteX5" fmla="*/ 607 w 638"/>
                <a:gd name="connsiteY5" fmla="*/ 0 h 353"/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14 w 638"/>
                <a:gd name="connsiteY2" fmla="*/ 222 h 353"/>
                <a:gd name="connsiteX3" fmla="*/ 33 w 638"/>
                <a:gd name="connsiteY3" fmla="*/ 353 h 353"/>
                <a:gd name="connsiteX4" fmla="*/ 0 w 638"/>
                <a:gd name="connsiteY4" fmla="*/ 284 h 353"/>
                <a:gd name="connsiteX5" fmla="*/ 129 w 638"/>
                <a:gd name="connsiteY5" fmla="*/ 222 h 353"/>
                <a:gd name="connsiteX6" fmla="*/ 607 w 638"/>
                <a:gd name="connsiteY6" fmla="*/ 0 h 353"/>
                <a:gd name="connsiteX0" fmla="*/ 129 w 638"/>
                <a:gd name="connsiteY0" fmla="*/ 151 h 282"/>
                <a:gd name="connsiteX1" fmla="*/ 638 w 638"/>
                <a:gd name="connsiteY1" fmla="*/ 0 h 282"/>
                <a:gd name="connsiteX2" fmla="*/ 314 w 638"/>
                <a:gd name="connsiteY2" fmla="*/ 151 h 282"/>
                <a:gd name="connsiteX3" fmla="*/ 33 w 638"/>
                <a:gd name="connsiteY3" fmla="*/ 282 h 282"/>
                <a:gd name="connsiteX4" fmla="*/ 0 w 638"/>
                <a:gd name="connsiteY4" fmla="*/ 213 h 282"/>
                <a:gd name="connsiteX5" fmla="*/ 129 w 638"/>
                <a:gd name="connsiteY5" fmla="*/ 151 h 282"/>
                <a:gd name="connsiteX0" fmla="*/ 129 w 314"/>
                <a:gd name="connsiteY0" fmla="*/ 0 h 131"/>
                <a:gd name="connsiteX1" fmla="*/ 314 w 314"/>
                <a:gd name="connsiteY1" fmla="*/ 0 h 131"/>
                <a:gd name="connsiteX2" fmla="*/ 33 w 314"/>
                <a:gd name="connsiteY2" fmla="*/ 131 h 131"/>
                <a:gd name="connsiteX3" fmla="*/ 0 w 314"/>
                <a:gd name="connsiteY3" fmla="*/ 62 h 131"/>
                <a:gd name="connsiteX4" fmla="*/ 129 w 314"/>
                <a:gd name="connsiteY4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131">
                  <a:moveTo>
                    <a:pt x="129" y="0"/>
                  </a:moveTo>
                  <a:lnTo>
                    <a:pt x="314" y="0"/>
                  </a:lnTo>
                  <a:lnTo>
                    <a:pt x="33" y="131"/>
                  </a:lnTo>
                  <a:lnTo>
                    <a:pt x="0" y="6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Freeform 104"/>
            <p:cNvSpPr>
              <a:spLocks/>
            </p:cNvSpPr>
            <p:nvPr/>
          </p:nvSpPr>
          <p:spPr bwMode="ltGray">
            <a:xfrm>
              <a:off x="1785" y="-65"/>
              <a:ext cx="654" cy="301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54" y="73"/>
                </a:cxn>
                <a:cxn ang="0">
                  <a:pos x="26" y="301"/>
                </a:cxn>
                <a:cxn ang="0">
                  <a:pos x="0" y="229"/>
                </a:cxn>
                <a:cxn ang="0">
                  <a:pos x="629" y="0"/>
                </a:cxn>
              </a:cxnLst>
              <a:rect l="0" t="0" r="r" b="b"/>
              <a:pathLst>
                <a:path w="654" h="301">
                  <a:moveTo>
                    <a:pt x="629" y="0"/>
                  </a:moveTo>
                  <a:lnTo>
                    <a:pt x="654" y="73"/>
                  </a:lnTo>
                  <a:lnTo>
                    <a:pt x="26" y="301"/>
                  </a:lnTo>
                  <a:lnTo>
                    <a:pt x="0" y="229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Freeform 105"/>
            <p:cNvSpPr>
              <a:spLocks/>
            </p:cNvSpPr>
            <p:nvPr/>
          </p:nvSpPr>
          <p:spPr bwMode="ltGray">
            <a:xfrm>
              <a:off x="1821" y="94"/>
              <a:ext cx="666" cy="248"/>
            </a:xfrm>
            <a:custGeom>
              <a:avLst/>
              <a:gdLst/>
              <a:ahLst/>
              <a:cxnLst>
                <a:cxn ang="0">
                  <a:pos x="647" y="0"/>
                </a:cxn>
                <a:cxn ang="0">
                  <a:pos x="666" y="75"/>
                </a:cxn>
                <a:cxn ang="0">
                  <a:pos x="20" y="248"/>
                </a:cxn>
                <a:cxn ang="0">
                  <a:pos x="0" y="174"/>
                </a:cxn>
                <a:cxn ang="0">
                  <a:pos x="647" y="0"/>
                </a:cxn>
              </a:cxnLst>
              <a:rect l="0" t="0" r="r" b="b"/>
              <a:pathLst>
                <a:path w="666" h="248">
                  <a:moveTo>
                    <a:pt x="647" y="0"/>
                  </a:moveTo>
                  <a:lnTo>
                    <a:pt x="666" y="75"/>
                  </a:lnTo>
                  <a:lnTo>
                    <a:pt x="20" y="248"/>
                  </a:lnTo>
                  <a:lnTo>
                    <a:pt x="0" y="174"/>
                  </a:lnTo>
                  <a:lnTo>
                    <a:pt x="6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Freeform 106"/>
            <p:cNvSpPr>
              <a:spLocks/>
            </p:cNvSpPr>
            <p:nvPr/>
          </p:nvSpPr>
          <p:spPr bwMode="ltGray">
            <a:xfrm>
              <a:off x="1848" y="258"/>
              <a:ext cx="673" cy="192"/>
            </a:xfrm>
            <a:custGeom>
              <a:avLst/>
              <a:gdLst/>
              <a:ahLst/>
              <a:cxnLst>
                <a:cxn ang="0">
                  <a:pos x="659" y="0"/>
                </a:cxn>
                <a:cxn ang="0">
                  <a:pos x="673" y="76"/>
                </a:cxn>
                <a:cxn ang="0">
                  <a:pos x="14" y="192"/>
                </a:cxn>
                <a:cxn ang="0">
                  <a:pos x="0" y="116"/>
                </a:cxn>
                <a:cxn ang="0">
                  <a:pos x="659" y="0"/>
                </a:cxn>
              </a:cxnLst>
              <a:rect l="0" t="0" r="r" b="b"/>
              <a:pathLst>
                <a:path w="673" h="192">
                  <a:moveTo>
                    <a:pt x="659" y="0"/>
                  </a:moveTo>
                  <a:lnTo>
                    <a:pt x="673" y="76"/>
                  </a:lnTo>
                  <a:lnTo>
                    <a:pt x="14" y="192"/>
                  </a:lnTo>
                  <a:lnTo>
                    <a:pt x="0" y="116"/>
                  </a:lnTo>
                  <a:lnTo>
                    <a:pt x="6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Freeform 107"/>
            <p:cNvSpPr>
              <a:spLocks/>
            </p:cNvSpPr>
            <p:nvPr/>
          </p:nvSpPr>
          <p:spPr bwMode="ltGray">
            <a:xfrm>
              <a:off x="1867" y="424"/>
              <a:ext cx="673" cy="136"/>
            </a:xfrm>
            <a:custGeom>
              <a:avLst/>
              <a:gdLst/>
              <a:ahLst/>
              <a:cxnLst>
                <a:cxn ang="0">
                  <a:pos x="666" y="0"/>
                </a:cxn>
                <a:cxn ang="0">
                  <a:pos x="673" y="78"/>
                </a:cxn>
                <a:cxn ang="0">
                  <a:pos x="6" y="136"/>
                </a:cxn>
                <a:cxn ang="0">
                  <a:pos x="0" y="59"/>
                </a:cxn>
                <a:cxn ang="0">
                  <a:pos x="666" y="0"/>
                </a:cxn>
              </a:cxnLst>
              <a:rect l="0" t="0" r="r" b="b"/>
              <a:pathLst>
                <a:path w="673" h="136">
                  <a:moveTo>
                    <a:pt x="666" y="0"/>
                  </a:moveTo>
                  <a:lnTo>
                    <a:pt x="673" y="78"/>
                  </a:lnTo>
                  <a:lnTo>
                    <a:pt x="6" y="136"/>
                  </a:lnTo>
                  <a:lnTo>
                    <a:pt x="0" y="59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Rectangle 108"/>
            <p:cNvSpPr>
              <a:spLocks noChangeArrowheads="1"/>
            </p:cNvSpPr>
            <p:nvPr/>
          </p:nvSpPr>
          <p:spPr bwMode="ltGray">
            <a:xfrm>
              <a:off x="1875" y="593"/>
              <a:ext cx="669" cy="77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Freeform 109"/>
            <p:cNvSpPr>
              <a:spLocks/>
            </p:cNvSpPr>
            <p:nvPr/>
          </p:nvSpPr>
          <p:spPr bwMode="ltGray">
            <a:xfrm>
              <a:off x="1867" y="703"/>
              <a:ext cx="673" cy="13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73" y="59"/>
                </a:cxn>
                <a:cxn ang="0">
                  <a:pos x="667" y="135"/>
                </a:cxn>
                <a:cxn ang="0">
                  <a:pos x="0" y="76"/>
                </a:cxn>
                <a:cxn ang="0">
                  <a:pos x="7" y="0"/>
                </a:cxn>
              </a:cxnLst>
              <a:rect l="0" t="0" r="r" b="b"/>
              <a:pathLst>
                <a:path w="673" h="135">
                  <a:moveTo>
                    <a:pt x="7" y="0"/>
                  </a:moveTo>
                  <a:lnTo>
                    <a:pt x="673" y="59"/>
                  </a:lnTo>
                  <a:lnTo>
                    <a:pt x="667" y="135"/>
                  </a:lnTo>
                  <a:lnTo>
                    <a:pt x="0" y="76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Freeform 110"/>
            <p:cNvSpPr>
              <a:spLocks/>
            </p:cNvSpPr>
            <p:nvPr/>
          </p:nvSpPr>
          <p:spPr bwMode="ltGray">
            <a:xfrm>
              <a:off x="1849" y="813"/>
              <a:ext cx="674" cy="19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74" y="116"/>
                </a:cxn>
                <a:cxn ang="0">
                  <a:pos x="660" y="192"/>
                </a:cxn>
                <a:cxn ang="0">
                  <a:pos x="0" y="75"/>
                </a:cxn>
                <a:cxn ang="0">
                  <a:pos x="14" y="0"/>
                </a:cxn>
              </a:cxnLst>
              <a:rect l="0" t="0" r="r" b="b"/>
              <a:pathLst>
                <a:path w="674" h="192">
                  <a:moveTo>
                    <a:pt x="14" y="0"/>
                  </a:moveTo>
                  <a:lnTo>
                    <a:pt x="674" y="116"/>
                  </a:lnTo>
                  <a:lnTo>
                    <a:pt x="660" y="192"/>
                  </a:lnTo>
                  <a:lnTo>
                    <a:pt x="0" y="75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Freeform 111"/>
            <p:cNvSpPr>
              <a:spLocks/>
            </p:cNvSpPr>
            <p:nvPr/>
          </p:nvSpPr>
          <p:spPr bwMode="ltGray">
            <a:xfrm>
              <a:off x="1822" y="921"/>
              <a:ext cx="667" cy="24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667" y="173"/>
                </a:cxn>
                <a:cxn ang="0">
                  <a:pos x="647" y="247"/>
                </a:cxn>
                <a:cxn ang="0">
                  <a:pos x="0" y="74"/>
                </a:cxn>
                <a:cxn ang="0">
                  <a:pos x="20" y="0"/>
                </a:cxn>
              </a:cxnLst>
              <a:rect l="0" t="0" r="r" b="b"/>
              <a:pathLst>
                <a:path w="667" h="247">
                  <a:moveTo>
                    <a:pt x="20" y="0"/>
                  </a:moveTo>
                  <a:lnTo>
                    <a:pt x="667" y="173"/>
                  </a:lnTo>
                  <a:lnTo>
                    <a:pt x="647" y="247"/>
                  </a:lnTo>
                  <a:lnTo>
                    <a:pt x="0" y="74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Freeform 112"/>
            <p:cNvSpPr>
              <a:spLocks/>
            </p:cNvSpPr>
            <p:nvPr/>
          </p:nvSpPr>
          <p:spPr bwMode="ltGray">
            <a:xfrm>
              <a:off x="1787" y="1027"/>
              <a:ext cx="655" cy="30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655" y="229"/>
                </a:cxn>
                <a:cxn ang="0">
                  <a:pos x="629" y="301"/>
                </a:cxn>
                <a:cxn ang="0">
                  <a:pos x="0" y="72"/>
                </a:cxn>
                <a:cxn ang="0">
                  <a:pos x="26" y="0"/>
                </a:cxn>
              </a:cxnLst>
              <a:rect l="0" t="0" r="r" b="b"/>
              <a:pathLst>
                <a:path w="655" h="301">
                  <a:moveTo>
                    <a:pt x="26" y="0"/>
                  </a:moveTo>
                  <a:lnTo>
                    <a:pt x="655" y="229"/>
                  </a:lnTo>
                  <a:lnTo>
                    <a:pt x="629" y="301"/>
                  </a:lnTo>
                  <a:lnTo>
                    <a:pt x="0" y="7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Freeform 113"/>
            <p:cNvSpPr>
              <a:spLocks/>
            </p:cNvSpPr>
            <p:nvPr/>
          </p:nvSpPr>
          <p:spPr bwMode="ltGray">
            <a:xfrm>
              <a:off x="1742" y="1130"/>
              <a:ext cx="639" cy="35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639" y="283"/>
                </a:cxn>
                <a:cxn ang="0">
                  <a:pos x="606" y="353"/>
                </a:cxn>
                <a:cxn ang="0">
                  <a:pos x="0" y="70"/>
                </a:cxn>
                <a:cxn ang="0">
                  <a:pos x="32" y="0"/>
                </a:cxn>
              </a:cxnLst>
              <a:rect l="0" t="0" r="r" b="b"/>
              <a:pathLst>
                <a:path w="639" h="353">
                  <a:moveTo>
                    <a:pt x="32" y="0"/>
                  </a:moveTo>
                  <a:lnTo>
                    <a:pt x="639" y="283"/>
                  </a:lnTo>
                  <a:lnTo>
                    <a:pt x="606" y="353"/>
                  </a:lnTo>
                  <a:lnTo>
                    <a:pt x="0" y="7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Freeform 114"/>
            <p:cNvSpPr>
              <a:spLocks/>
            </p:cNvSpPr>
            <p:nvPr/>
          </p:nvSpPr>
          <p:spPr bwMode="ltGray">
            <a:xfrm>
              <a:off x="1689" y="1230"/>
              <a:ext cx="617" cy="400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617" y="334"/>
                </a:cxn>
                <a:cxn ang="0">
                  <a:pos x="579" y="400"/>
                </a:cxn>
                <a:cxn ang="0">
                  <a:pos x="0" y="66"/>
                </a:cxn>
                <a:cxn ang="0">
                  <a:pos x="37" y="0"/>
                </a:cxn>
              </a:cxnLst>
              <a:rect l="0" t="0" r="r" b="b"/>
              <a:pathLst>
                <a:path w="617" h="400">
                  <a:moveTo>
                    <a:pt x="37" y="0"/>
                  </a:moveTo>
                  <a:lnTo>
                    <a:pt x="617" y="334"/>
                  </a:lnTo>
                  <a:lnTo>
                    <a:pt x="579" y="400"/>
                  </a:lnTo>
                  <a:lnTo>
                    <a:pt x="0" y="66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Freeform 115"/>
            <p:cNvSpPr>
              <a:spLocks/>
            </p:cNvSpPr>
            <p:nvPr/>
          </p:nvSpPr>
          <p:spPr bwMode="ltGray">
            <a:xfrm>
              <a:off x="1627" y="1325"/>
              <a:ext cx="592" cy="446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592" y="383"/>
                </a:cxn>
                <a:cxn ang="0">
                  <a:pos x="548" y="446"/>
                </a:cxn>
                <a:cxn ang="0">
                  <a:pos x="0" y="62"/>
                </a:cxn>
                <a:cxn ang="0">
                  <a:pos x="44" y="0"/>
                </a:cxn>
              </a:cxnLst>
              <a:rect l="0" t="0" r="r" b="b"/>
              <a:pathLst>
                <a:path w="592" h="446">
                  <a:moveTo>
                    <a:pt x="44" y="0"/>
                  </a:moveTo>
                  <a:lnTo>
                    <a:pt x="592" y="383"/>
                  </a:lnTo>
                  <a:lnTo>
                    <a:pt x="548" y="446"/>
                  </a:lnTo>
                  <a:lnTo>
                    <a:pt x="0" y="6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Freeform 116"/>
            <p:cNvSpPr>
              <a:spLocks/>
            </p:cNvSpPr>
            <p:nvPr/>
          </p:nvSpPr>
          <p:spPr bwMode="ltGray">
            <a:xfrm>
              <a:off x="1558" y="1414"/>
              <a:ext cx="562" cy="489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2" y="430"/>
                </a:cxn>
                <a:cxn ang="0">
                  <a:pos x="511" y="489"/>
                </a:cxn>
                <a:cxn ang="0">
                  <a:pos x="0" y="58"/>
                </a:cxn>
                <a:cxn ang="0">
                  <a:pos x="49" y="0"/>
                </a:cxn>
              </a:cxnLst>
              <a:rect l="0" t="0" r="r" b="b"/>
              <a:pathLst>
                <a:path w="562" h="489">
                  <a:moveTo>
                    <a:pt x="49" y="0"/>
                  </a:moveTo>
                  <a:lnTo>
                    <a:pt x="562" y="430"/>
                  </a:lnTo>
                  <a:lnTo>
                    <a:pt x="511" y="489"/>
                  </a:lnTo>
                  <a:lnTo>
                    <a:pt x="0" y="5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Freeform 117"/>
            <p:cNvSpPr>
              <a:spLocks/>
            </p:cNvSpPr>
            <p:nvPr/>
          </p:nvSpPr>
          <p:spPr bwMode="ltGray">
            <a:xfrm>
              <a:off x="1480" y="1498"/>
              <a:ext cx="529" cy="527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29" y="473"/>
                </a:cxn>
                <a:cxn ang="0">
                  <a:pos x="474" y="527"/>
                </a:cxn>
                <a:cxn ang="0">
                  <a:pos x="0" y="54"/>
                </a:cxn>
                <a:cxn ang="0">
                  <a:pos x="56" y="0"/>
                </a:cxn>
              </a:cxnLst>
              <a:rect l="0" t="0" r="r" b="b"/>
              <a:pathLst>
                <a:path w="529" h="527">
                  <a:moveTo>
                    <a:pt x="56" y="0"/>
                  </a:moveTo>
                  <a:lnTo>
                    <a:pt x="529" y="473"/>
                  </a:lnTo>
                  <a:lnTo>
                    <a:pt x="474" y="527"/>
                  </a:lnTo>
                  <a:lnTo>
                    <a:pt x="0" y="54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Freeform 118"/>
            <p:cNvSpPr>
              <a:spLocks/>
            </p:cNvSpPr>
            <p:nvPr/>
          </p:nvSpPr>
          <p:spPr bwMode="ltGray">
            <a:xfrm>
              <a:off x="1397" y="1574"/>
              <a:ext cx="490" cy="562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490" y="513"/>
                </a:cxn>
                <a:cxn ang="0">
                  <a:pos x="430" y="56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490" h="562">
                  <a:moveTo>
                    <a:pt x="59" y="0"/>
                  </a:moveTo>
                  <a:lnTo>
                    <a:pt x="490" y="513"/>
                  </a:lnTo>
                  <a:lnTo>
                    <a:pt x="430" y="562"/>
                  </a:lnTo>
                  <a:lnTo>
                    <a:pt x="0" y="51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" name="Freeform 119"/>
            <p:cNvSpPr>
              <a:spLocks/>
            </p:cNvSpPr>
            <p:nvPr/>
          </p:nvSpPr>
          <p:spPr bwMode="ltGray">
            <a:xfrm>
              <a:off x="1308" y="1644"/>
              <a:ext cx="446" cy="593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446" y="548"/>
                </a:cxn>
                <a:cxn ang="0">
                  <a:pos x="384" y="593"/>
                </a:cxn>
                <a:cxn ang="0">
                  <a:pos x="0" y="45"/>
                </a:cxn>
                <a:cxn ang="0">
                  <a:pos x="64" y="0"/>
                </a:cxn>
              </a:cxnLst>
              <a:rect l="0" t="0" r="r" b="b"/>
              <a:pathLst>
                <a:path w="446" h="593">
                  <a:moveTo>
                    <a:pt x="64" y="0"/>
                  </a:moveTo>
                  <a:lnTo>
                    <a:pt x="446" y="548"/>
                  </a:lnTo>
                  <a:lnTo>
                    <a:pt x="384" y="593"/>
                  </a:lnTo>
                  <a:lnTo>
                    <a:pt x="0" y="4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Freeform 120"/>
            <p:cNvSpPr>
              <a:spLocks/>
            </p:cNvSpPr>
            <p:nvPr/>
          </p:nvSpPr>
          <p:spPr bwMode="ltGray">
            <a:xfrm>
              <a:off x="1214" y="1707"/>
              <a:ext cx="401" cy="61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01" y="579"/>
                </a:cxn>
                <a:cxn ang="0">
                  <a:pos x="334" y="618"/>
                </a:cxn>
                <a:cxn ang="0">
                  <a:pos x="0" y="38"/>
                </a:cxn>
                <a:cxn ang="0">
                  <a:pos x="66" y="0"/>
                </a:cxn>
              </a:cxnLst>
              <a:rect l="0" t="0" r="r" b="b"/>
              <a:pathLst>
                <a:path w="401" h="618">
                  <a:moveTo>
                    <a:pt x="66" y="0"/>
                  </a:moveTo>
                  <a:lnTo>
                    <a:pt x="401" y="579"/>
                  </a:lnTo>
                  <a:lnTo>
                    <a:pt x="334" y="618"/>
                  </a:lnTo>
                  <a:lnTo>
                    <a:pt x="0" y="38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Freeform 121"/>
            <p:cNvSpPr>
              <a:spLocks/>
            </p:cNvSpPr>
            <p:nvPr/>
          </p:nvSpPr>
          <p:spPr bwMode="ltGray">
            <a:xfrm>
              <a:off x="1115" y="1760"/>
              <a:ext cx="353" cy="640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353" y="607"/>
                </a:cxn>
                <a:cxn ang="0">
                  <a:pos x="282" y="640"/>
                </a:cxn>
                <a:cxn ang="0">
                  <a:pos x="0" y="33"/>
                </a:cxn>
                <a:cxn ang="0">
                  <a:pos x="69" y="0"/>
                </a:cxn>
              </a:cxnLst>
              <a:rect l="0" t="0" r="r" b="b"/>
              <a:pathLst>
                <a:path w="353" h="640">
                  <a:moveTo>
                    <a:pt x="69" y="0"/>
                  </a:moveTo>
                  <a:lnTo>
                    <a:pt x="353" y="607"/>
                  </a:lnTo>
                  <a:lnTo>
                    <a:pt x="282" y="640"/>
                  </a:lnTo>
                  <a:lnTo>
                    <a:pt x="0" y="3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Freeform 122"/>
            <p:cNvSpPr>
              <a:spLocks/>
            </p:cNvSpPr>
            <p:nvPr/>
          </p:nvSpPr>
          <p:spPr bwMode="ltGray">
            <a:xfrm>
              <a:off x="1012" y="1806"/>
              <a:ext cx="301" cy="656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01" y="629"/>
                </a:cxn>
                <a:cxn ang="0">
                  <a:pos x="228" y="656"/>
                </a:cxn>
                <a:cxn ang="0">
                  <a:pos x="0" y="27"/>
                </a:cxn>
                <a:cxn ang="0">
                  <a:pos x="72" y="0"/>
                </a:cxn>
              </a:cxnLst>
              <a:rect l="0" t="0" r="r" b="b"/>
              <a:pathLst>
                <a:path w="301" h="656">
                  <a:moveTo>
                    <a:pt x="72" y="0"/>
                  </a:moveTo>
                  <a:lnTo>
                    <a:pt x="301" y="629"/>
                  </a:lnTo>
                  <a:lnTo>
                    <a:pt x="228" y="656"/>
                  </a:lnTo>
                  <a:lnTo>
                    <a:pt x="0" y="27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Freeform 123"/>
            <p:cNvSpPr>
              <a:spLocks/>
            </p:cNvSpPr>
            <p:nvPr/>
          </p:nvSpPr>
          <p:spPr bwMode="ltGray">
            <a:xfrm>
              <a:off x="906" y="1844"/>
              <a:ext cx="248" cy="666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248" y="646"/>
                </a:cxn>
                <a:cxn ang="0">
                  <a:pos x="173" y="666"/>
                </a:cxn>
                <a:cxn ang="0">
                  <a:pos x="0" y="18"/>
                </a:cxn>
                <a:cxn ang="0">
                  <a:pos x="74" y="0"/>
                </a:cxn>
              </a:cxnLst>
              <a:rect l="0" t="0" r="r" b="b"/>
              <a:pathLst>
                <a:path w="248" h="666">
                  <a:moveTo>
                    <a:pt x="74" y="0"/>
                  </a:moveTo>
                  <a:lnTo>
                    <a:pt x="248" y="646"/>
                  </a:lnTo>
                  <a:lnTo>
                    <a:pt x="173" y="666"/>
                  </a:lnTo>
                  <a:lnTo>
                    <a:pt x="0" y="18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Freeform 124"/>
            <p:cNvSpPr>
              <a:spLocks/>
            </p:cNvSpPr>
            <p:nvPr/>
          </p:nvSpPr>
          <p:spPr bwMode="ltGray">
            <a:xfrm>
              <a:off x="798" y="1870"/>
              <a:ext cx="192" cy="67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92" y="660"/>
                </a:cxn>
                <a:cxn ang="0">
                  <a:pos x="116" y="673"/>
                </a:cxn>
                <a:cxn ang="0">
                  <a:pos x="0" y="13"/>
                </a:cxn>
                <a:cxn ang="0">
                  <a:pos x="76" y="0"/>
                </a:cxn>
              </a:cxnLst>
              <a:rect l="0" t="0" r="r" b="b"/>
              <a:pathLst>
                <a:path w="192" h="673">
                  <a:moveTo>
                    <a:pt x="76" y="0"/>
                  </a:moveTo>
                  <a:lnTo>
                    <a:pt x="192" y="660"/>
                  </a:lnTo>
                  <a:lnTo>
                    <a:pt x="116" y="673"/>
                  </a:lnTo>
                  <a:lnTo>
                    <a:pt x="0" y="1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Freeform 125"/>
            <p:cNvSpPr>
              <a:spLocks/>
            </p:cNvSpPr>
            <p:nvPr/>
          </p:nvSpPr>
          <p:spPr bwMode="ltGray">
            <a:xfrm>
              <a:off x="688" y="1888"/>
              <a:ext cx="136" cy="67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36" y="667"/>
                </a:cxn>
                <a:cxn ang="0">
                  <a:pos x="58" y="673"/>
                </a:cxn>
                <a:cxn ang="0">
                  <a:pos x="0" y="7"/>
                </a:cxn>
                <a:cxn ang="0">
                  <a:pos x="77" y="0"/>
                </a:cxn>
              </a:cxnLst>
              <a:rect l="0" t="0" r="r" b="b"/>
              <a:pathLst>
                <a:path w="136" h="673">
                  <a:moveTo>
                    <a:pt x="77" y="0"/>
                  </a:moveTo>
                  <a:lnTo>
                    <a:pt x="136" y="667"/>
                  </a:lnTo>
                  <a:lnTo>
                    <a:pt x="58" y="673"/>
                  </a:lnTo>
                  <a:lnTo>
                    <a:pt x="0" y="7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Rectangle 126"/>
            <p:cNvSpPr>
              <a:spLocks noChangeArrowheads="1"/>
            </p:cNvSpPr>
            <p:nvPr/>
          </p:nvSpPr>
          <p:spPr bwMode="ltGray">
            <a:xfrm>
              <a:off x="578" y="1896"/>
              <a:ext cx="77" cy="670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Freeform 127"/>
            <p:cNvSpPr>
              <a:spLocks/>
            </p:cNvSpPr>
            <p:nvPr/>
          </p:nvSpPr>
          <p:spPr bwMode="ltGray">
            <a:xfrm>
              <a:off x="410" y="1889"/>
              <a:ext cx="135" cy="67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35" y="7"/>
                </a:cxn>
                <a:cxn ang="0">
                  <a:pos x="76" y="673"/>
                </a:cxn>
                <a:cxn ang="0">
                  <a:pos x="0" y="666"/>
                </a:cxn>
                <a:cxn ang="0">
                  <a:pos x="59" y="0"/>
                </a:cxn>
              </a:cxnLst>
              <a:rect l="0" t="0" r="r" b="b"/>
              <a:pathLst>
                <a:path w="135" h="673">
                  <a:moveTo>
                    <a:pt x="59" y="0"/>
                  </a:moveTo>
                  <a:lnTo>
                    <a:pt x="135" y="7"/>
                  </a:lnTo>
                  <a:lnTo>
                    <a:pt x="76" y="673"/>
                  </a:lnTo>
                  <a:lnTo>
                    <a:pt x="0" y="666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Freeform 128"/>
            <p:cNvSpPr>
              <a:spLocks/>
            </p:cNvSpPr>
            <p:nvPr/>
          </p:nvSpPr>
          <p:spPr bwMode="ltGray">
            <a:xfrm>
              <a:off x="243" y="1872"/>
              <a:ext cx="192" cy="672"/>
            </a:xfrm>
            <a:custGeom>
              <a:avLst/>
              <a:gdLst/>
              <a:ahLst/>
              <a:cxnLst>
                <a:cxn ang="0">
                  <a:pos x="117" y="0"/>
                </a:cxn>
                <a:cxn ang="0">
                  <a:pos x="192" y="13"/>
                </a:cxn>
                <a:cxn ang="0">
                  <a:pos x="76" y="672"/>
                </a:cxn>
                <a:cxn ang="0">
                  <a:pos x="0" y="659"/>
                </a:cxn>
                <a:cxn ang="0">
                  <a:pos x="117" y="0"/>
                </a:cxn>
              </a:cxnLst>
              <a:rect l="0" t="0" r="r" b="b"/>
              <a:pathLst>
                <a:path w="192" h="672">
                  <a:moveTo>
                    <a:pt x="117" y="0"/>
                  </a:moveTo>
                  <a:lnTo>
                    <a:pt x="192" y="13"/>
                  </a:lnTo>
                  <a:lnTo>
                    <a:pt x="76" y="672"/>
                  </a:lnTo>
                  <a:lnTo>
                    <a:pt x="0" y="659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Freeform 129"/>
            <p:cNvSpPr>
              <a:spLocks/>
            </p:cNvSpPr>
            <p:nvPr/>
          </p:nvSpPr>
          <p:spPr bwMode="ltGray">
            <a:xfrm>
              <a:off x="80" y="1845"/>
              <a:ext cx="247" cy="666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247" y="20"/>
                </a:cxn>
                <a:cxn ang="0">
                  <a:pos x="74" y="666"/>
                </a:cxn>
                <a:cxn ang="0">
                  <a:pos x="0" y="646"/>
                </a:cxn>
                <a:cxn ang="0">
                  <a:pos x="172" y="0"/>
                </a:cxn>
              </a:cxnLst>
              <a:rect l="0" t="0" r="r" b="b"/>
              <a:pathLst>
                <a:path w="247" h="666">
                  <a:moveTo>
                    <a:pt x="172" y="0"/>
                  </a:moveTo>
                  <a:lnTo>
                    <a:pt x="247" y="20"/>
                  </a:lnTo>
                  <a:lnTo>
                    <a:pt x="74" y="666"/>
                  </a:lnTo>
                  <a:lnTo>
                    <a:pt x="0" y="646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Freeform 130"/>
            <p:cNvSpPr>
              <a:spLocks/>
            </p:cNvSpPr>
            <p:nvPr/>
          </p:nvSpPr>
          <p:spPr bwMode="ltGray">
            <a:xfrm>
              <a:off x="-80" y="1808"/>
              <a:ext cx="301" cy="656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301" y="27"/>
                </a:cxn>
                <a:cxn ang="0">
                  <a:pos x="72" y="656"/>
                </a:cxn>
                <a:cxn ang="0">
                  <a:pos x="0" y="629"/>
                </a:cxn>
                <a:cxn ang="0">
                  <a:pos x="229" y="0"/>
                </a:cxn>
              </a:cxnLst>
              <a:rect l="0" t="0" r="r" b="b"/>
              <a:pathLst>
                <a:path w="301" h="656">
                  <a:moveTo>
                    <a:pt x="229" y="0"/>
                  </a:moveTo>
                  <a:lnTo>
                    <a:pt x="301" y="27"/>
                  </a:lnTo>
                  <a:lnTo>
                    <a:pt x="72" y="656"/>
                  </a:lnTo>
                  <a:lnTo>
                    <a:pt x="0" y="629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Freeform 131"/>
            <p:cNvSpPr>
              <a:spLocks/>
            </p:cNvSpPr>
            <p:nvPr/>
          </p:nvSpPr>
          <p:spPr bwMode="ltGray">
            <a:xfrm>
              <a:off x="-42" y="1764"/>
              <a:ext cx="160" cy="377"/>
            </a:xfrm>
            <a:custGeom>
              <a:avLst/>
              <a:gdLst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70 w 353"/>
                <a:gd name="connsiteY2" fmla="*/ 639 h 639"/>
                <a:gd name="connsiteX3" fmla="*/ 0 w 353"/>
                <a:gd name="connsiteY3" fmla="*/ 606 h 639"/>
                <a:gd name="connsiteX4" fmla="*/ 193 w 353"/>
                <a:gd name="connsiteY4" fmla="*/ 193 h 639"/>
                <a:gd name="connsiteX5" fmla="*/ 283 w 353"/>
                <a:gd name="connsiteY5" fmla="*/ 0 h 639"/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193 w 353"/>
                <a:gd name="connsiteY2" fmla="*/ 377 h 639"/>
                <a:gd name="connsiteX3" fmla="*/ 70 w 353"/>
                <a:gd name="connsiteY3" fmla="*/ 639 h 639"/>
                <a:gd name="connsiteX4" fmla="*/ 0 w 353"/>
                <a:gd name="connsiteY4" fmla="*/ 606 h 639"/>
                <a:gd name="connsiteX5" fmla="*/ 193 w 353"/>
                <a:gd name="connsiteY5" fmla="*/ 193 h 639"/>
                <a:gd name="connsiteX6" fmla="*/ 283 w 353"/>
                <a:gd name="connsiteY6" fmla="*/ 0 h 639"/>
                <a:gd name="connsiteX0" fmla="*/ 283 w 353"/>
                <a:gd name="connsiteY0" fmla="*/ 0 h 606"/>
                <a:gd name="connsiteX1" fmla="*/ 353 w 353"/>
                <a:gd name="connsiteY1" fmla="*/ 33 h 606"/>
                <a:gd name="connsiteX2" fmla="*/ 193 w 353"/>
                <a:gd name="connsiteY2" fmla="*/ 377 h 606"/>
                <a:gd name="connsiteX3" fmla="*/ 0 w 353"/>
                <a:gd name="connsiteY3" fmla="*/ 606 h 606"/>
                <a:gd name="connsiteX4" fmla="*/ 193 w 353"/>
                <a:gd name="connsiteY4" fmla="*/ 193 h 606"/>
                <a:gd name="connsiteX5" fmla="*/ 283 w 353"/>
                <a:gd name="connsiteY5" fmla="*/ 0 h 606"/>
                <a:gd name="connsiteX0" fmla="*/ 90 w 160"/>
                <a:gd name="connsiteY0" fmla="*/ 0 h 377"/>
                <a:gd name="connsiteX1" fmla="*/ 160 w 160"/>
                <a:gd name="connsiteY1" fmla="*/ 33 h 377"/>
                <a:gd name="connsiteX2" fmla="*/ 0 w 160"/>
                <a:gd name="connsiteY2" fmla="*/ 377 h 377"/>
                <a:gd name="connsiteX3" fmla="*/ 0 w 160"/>
                <a:gd name="connsiteY3" fmla="*/ 193 h 377"/>
                <a:gd name="connsiteX4" fmla="*/ 90 w 160"/>
                <a:gd name="connsiteY4" fmla="*/ 0 h 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" h="377">
                  <a:moveTo>
                    <a:pt x="90" y="0"/>
                  </a:moveTo>
                  <a:lnTo>
                    <a:pt x="160" y="33"/>
                  </a:lnTo>
                  <a:cubicBezTo>
                    <a:pt x="107" y="148"/>
                    <a:pt x="53" y="262"/>
                    <a:pt x="0" y="377"/>
                  </a:cubicBezTo>
                  <a:lnTo>
                    <a:pt x="0" y="193"/>
                  </a:lnTo>
                  <a:cubicBezTo>
                    <a:pt x="30" y="129"/>
                    <a:pt x="60" y="64"/>
                    <a:pt x="9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Freeform 132"/>
            <p:cNvSpPr>
              <a:spLocks/>
            </p:cNvSpPr>
            <p:nvPr/>
          </p:nvSpPr>
          <p:spPr bwMode="ltGray">
            <a:xfrm>
              <a:off x="-42" y="1714"/>
              <a:ext cx="60" cy="136"/>
            </a:xfrm>
            <a:custGeom>
              <a:avLst/>
              <a:gdLst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66 w 400"/>
                <a:gd name="connsiteY2" fmla="*/ 714 h 714"/>
                <a:gd name="connsiteX3" fmla="*/ 0 w 400"/>
                <a:gd name="connsiteY3" fmla="*/ 676 h 714"/>
                <a:gd name="connsiteX4" fmla="*/ 334 w 400"/>
                <a:gd name="connsiteY4" fmla="*/ 96 h 714"/>
                <a:gd name="connsiteX5" fmla="*/ 341 w 400"/>
                <a:gd name="connsiteY5" fmla="*/ 100 h 714"/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7" fmla="*/ 334 w 400"/>
                <a:gd name="connsiteY7" fmla="*/ 96 h 714"/>
                <a:gd name="connsiteX0" fmla="*/ 341 w 400"/>
                <a:gd name="connsiteY0" fmla="*/ 100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275 w 334"/>
                <a:gd name="connsiteY0" fmla="*/ 0 h 614"/>
                <a:gd name="connsiteX1" fmla="*/ 334 w 334"/>
                <a:gd name="connsiteY1" fmla="*/ 35 h 614"/>
                <a:gd name="connsiteX2" fmla="*/ 274 w 334"/>
                <a:gd name="connsiteY2" fmla="*/ 136 h 614"/>
                <a:gd name="connsiteX3" fmla="*/ 0 w 334"/>
                <a:gd name="connsiteY3" fmla="*/ 614 h 614"/>
                <a:gd name="connsiteX4" fmla="*/ 275 w 334"/>
                <a:gd name="connsiteY4" fmla="*/ 0 h 614"/>
                <a:gd name="connsiteX0" fmla="*/ 1 w 60"/>
                <a:gd name="connsiteY0" fmla="*/ 0 h 136"/>
                <a:gd name="connsiteX1" fmla="*/ 60 w 60"/>
                <a:gd name="connsiteY1" fmla="*/ 35 h 136"/>
                <a:gd name="connsiteX2" fmla="*/ 0 w 60"/>
                <a:gd name="connsiteY2" fmla="*/ 136 h 136"/>
                <a:gd name="connsiteX3" fmla="*/ 1 w 60"/>
                <a:gd name="connsiteY3" fmla="*/ 0 h 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" h="136">
                  <a:moveTo>
                    <a:pt x="1" y="0"/>
                  </a:moveTo>
                  <a:lnTo>
                    <a:pt x="60" y="35"/>
                  </a:lnTo>
                  <a:cubicBezTo>
                    <a:pt x="40" y="69"/>
                    <a:pt x="20" y="102"/>
                    <a:pt x="0" y="136"/>
                  </a:cubicBezTo>
                  <a:cubicBezTo>
                    <a:pt x="0" y="91"/>
                    <a:pt x="1" y="45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21536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188720"/>
            <a:ext cx="10972800" cy="49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408" y="6364225"/>
            <a:ext cx="2913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DE2D13A8-8C81-4052-845D-F5185DDCDC1C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0064" y="6364225"/>
            <a:ext cx="708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536" y="6364225"/>
            <a:ext cx="816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7AADD41-A46A-4EBB-8530-629B558C3E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8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 cap="none" spc="0">
          <a:ln w="18415" cmpd="sng">
            <a:noFill/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2">
            <a:lumMod val="60000"/>
            <a:lumOff val="40000"/>
          </a:schemeClr>
        </a:buClr>
        <a:buSzPct val="80000"/>
        <a:buFont typeface="Wingdings 2" pitchFamily="18" charset="2"/>
        <a:buChar char="¤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3">
            <a:lumMod val="60000"/>
            <a:lumOff val="40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4">
            <a:lumMod val="60000"/>
            <a:lumOff val="40000"/>
          </a:schemeClr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5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F0369-79E7-0B9E-0F7B-9B3BA5AAF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417" y="0"/>
            <a:ext cx="9960864" cy="1470025"/>
          </a:xfrm>
        </p:spPr>
        <p:txBody>
          <a:bodyPr/>
          <a:lstStyle/>
          <a:p>
            <a:r>
              <a:rPr lang="en-US" altLang="ko-KR" dirty="0" err="1"/>
              <a:t>DataBase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2591A5-9326-28B1-159E-B4E855248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7481" y="1872380"/>
            <a:ext cx="7924800" cy="612648"/>
          </a:xfrm>
        </p:spPr>
        <p:txBody>
          <a:bodyPr>
            <a:normAutofit fontScale="40000" lnSpcReduction="2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					</a:t>
            </a:r>
            <a:r>
              <a:rPr lang="ko-KR" altLang="en-US" sz="3300" dirty="0"/>
              <a:t>김준재</a:t>
            </a:r>
            <a:r>
              <a:rPr lang="en-US" altLang="ko-KR" sz="3300" dirty="0"/>
              <a:t>,</a:t>
            </a:r>
            <a:r>
              <a:rPr lang="ko-KR" altLang="en-US" sz="3300" dirty="0"/>
              <a:t>정경선</a:t>
            </a:r>
            <a:r>
              <a:rPr lang="en-US" altLang="ko-KR" sz="3300" dirty="0"/>
              <a:t>,</a:t>
            </a:r>
            <a:r>
              <a:rPr lang="ko-KR" altLang="en-US" sz="3300" dirty="0"/>
              <a:t>서민호</a:t>
            </a:r>
          </a:p>
        </p:txBody>
      </p:sp>
    </p:spTree>
    <p:extLst>
      <p:ext uri="{BB962C8B-B14F-4D97-AF65-F5344CB8AC3E}">
        <p14:creationId xmlns:p14="http://schemas.microsoft.com/office/powerpoint/2010/main" val="248476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55C12-6C7E-FA57-C13D-D1086DCA7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183"/>
            <a:ext cx="9960864" cy="987552"/>
          </a:xfrm>
        </p:spPr>
        <p:txBody>
          <a:bodyPr/>
          <a:lstStyle/>
          <a:p>
            <a:r>
              <a:rPr lang="ko-KR" altLang="en-US" dirty="0"/>
              <a:t>멤버 </a:t>
            </a:r>
            <a:r>
              <a:rPr lang="en-US" altLang="ko-KR" dirty="0"/>
              <a:t>DB</a:t>
            </a:r>
            <a:endParaRPr lang="ko-KR" alt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0D0FE85A-643F-CBF5-0CBB-84B4E11956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5175804"/>
              </p:ext>
            </p:extLst>
          </p:nvPr>
        </p:nvGraphicFramePr>
        <p:xfrm>
          <a:off x="609600" y="1189038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44292535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320662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Zzan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701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Member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57018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BA23540-B77C-BF07-09DB-1349B1C3C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9549"/>
              </p:ext>
            </p:extLst>
          </p:nvPr>
        </p:nvGraphicFramePr>
        <p:xfrm>
          <a:off x="609599" y="1930718"/>
          <a:ext cx="1097280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1030628287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242473247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331652521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680854539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4264410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169103123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208921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Filed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Defualt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Extra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4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mNum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Unique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Auto-increment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823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Primary 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77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mPw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회원패스워드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06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552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mBirthday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회원생일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250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회원주소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59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mEmail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회원이메일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839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mPhone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회원전화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468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regTM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now()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회원가입일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2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738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339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22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5C141-D222-8500-5706-74CD2DC8E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9960864" cy="987552"/>
          </a:xfrm>
        </p:spPr>
        <p:txBody>
          <a:bodyPr/>
          <a:lstStyle/>
          <a:p>
            <a:r>
              <a:rPr lang="ko-KR" altLang="en-US" dirty="0"/>
              <a:t>관리자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815DC60-538E-FA2C-CA6F-043661392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489202"/>
              </p:ext>
            </p:extLst>
          </p:nvPr>
        </p:nvGraphicFramePr>
        <p:xfrm>
          <a:off x="609600" y="1189038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5164979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753116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Zzan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796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Admin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27983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30886F4-6633-D8E1-C7D6-46AE8C337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318383"/>
              </p:ext>
            </p:extLst>
          </p:nvPr>
        </p:nvGraphicFramePr>
        <p:xfrm>
          <a:off x="609600" y="1930718"/>
          <a:ext cx="109728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900989038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865901165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7551950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61150234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89111464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751034808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966292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Field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Extra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458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Unique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Auto-increment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68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Primary 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관리자아이디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472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관리자비밀번호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986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Char(15)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063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mPhone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관리자전화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08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regTM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Timestamp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 now()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등록날짜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161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10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757D4-AEC2-0270-2F39-842F5F2E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9960864" cy="987552"/>
          </a:xfrm>
        </p:spPr>
        <p:txBody>
          <a:bodyPr/>
          <a:lstStyle/>
          <a:p>
            <a:r>
              <a:rPr lang="ko-KR" altLang="en-US" dirty="0"/>
              <a:t>상품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F80CEDD-75D7-CE53-8C11-CE2BFC4AD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233333"/>
              </p:ext>
            </p:extLst>
          </p:nvPr>
        </p:nvGraphicFramePr>
        <p:xfrm>
          <a:off x="609600" y="1189038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22310466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754259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Zzan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39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85970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1FA515-24DE-84A8-8E15-ABAF81BAC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639528"/>
              </p:ext>
            </p:extLst>
          </p:nvPr>
        </p:nvGraphicFramePr>
        <p:xfrm>
          <a:off x="609598" y="1930718"/>
          <a:ext cx="1097280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544184128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77159586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838996138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72358909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489346579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19140619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885511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filed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extra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03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Not 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Primary key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auto-increment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상품번호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03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Subject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Varchar(255)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Not 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상품명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1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Original_filename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Varchar(255)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원본파일명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16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Stored_filename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Varchar(255)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저장파일명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850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File-size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Bigint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파일크기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59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Content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Text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Not 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상품정보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19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Price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Varchar(255)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Not 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상품가격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9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Upload_date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Timestamp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Current_timestamp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업로드날짜기본값설정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995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category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Varchar(50)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분류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3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282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E6F63-D09D-EDCD-116E-E3679DE9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68822"/>
            <a:ext cx="9960864" cy="987552"/>
          </a:xfrm>
        </p:spPr>
        <p:txBody>
          <a:bodyPr/>
          <a:lstStyle/>
          <a:p>
            <a:r>
              <a:rPr lang="ko-KR" altLang="en-US" dirty="0"/>
              <a:t>문의사항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2577913-6B5E-8991-D71E-B8220789F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4588665"/>
              </p:ext>
            </p:extLst>
          </p:nvPr>
        </p:nvGraphicFramePr>
        <p:xfrm>
          <a:off x="609600" y="1189038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95015915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36386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Zzan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1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BBS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9193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C5C8091-E57E-7607-570A-6893DBA11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171684"/>
              </p:ext>
            </p:extLst>
          </p:nvPr>
        </p:nvGraphicFramePr>
        <p:xfrm>
          <a:off x="609598" y="1930718"/>
          <a:ext cx="109728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180917619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070835173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43660386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831888287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973004895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4266328781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569185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Filed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Type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Key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Default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Extra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as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8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Idx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Not 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Primary key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Auto-</a:t>
                      </a:r>
                      <a:r>
                        <a:rPr lang="en-US" altLang="ko-KR" sz="1400" dirty="0" err="1"/>
                        <a:t>increament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게시글번호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7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Title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Char(50)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Not 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게시글제목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232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Content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Text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Not 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FK(Member.mid)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게시글작성자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145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Char(20)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Not null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Default now()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게시글생성날짜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5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316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4BF2B5-9E35-5EE9-A8BD-2C3543045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9960864" cy="987552"/>
          </a:xfrm>
        </p:spPr>
        <p:txBody>
          <a:bodyPr/>
          <a:lstStyle/>
          <a:p>
            <a:r>
              <a:rPr lang="ko-KR" altLang="en-US" dirty="0"/>
              <a:t>공지사항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564FF15-E9D8-9D4B-8F79-F74B13BD1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157936"/>
              </p:ext>
            </p:extLst>
          </p:nvPr>
        </p:nvGraphicFramePr>
        <p:xfrm>
          <a:off x="609603" y="2142349"/>
          <a:ext cx="1097279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636933983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58410330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3648027295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3843907502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1759765847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454368450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1527348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Field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Extra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891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Idx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Primary 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Auto-increment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069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Title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Char(50)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110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Content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46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FK(admin.id)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06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regTM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timestamp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등록날짜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2656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5D0016D-3110-BE70-40FC-EFA830655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1446"/>
              </p:ext>
            </p:extLst>
          </p:nvPr>
        </p:nvGraphicFramePr>
        <p:xfrm>
          <a:off x="609599" y="1099044"/>
          <a:ext cx="10972794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397">
                  <a:extLst>
                    <a:ext uri="{9D8B030D-6E8A-4147-A177-3AD203B41FA5}">
                      <a16:colId xmlns:a16="http://schemas.microsoft.com/office/drawing/2014/main" val="3489309175"/>
                    </a:ext>
                  </a:extLst>
                </a:gridCol>
                <a:gridCol w="5486397">
                  <a:extLst>
                    <a:ext uri="{9D8B030D-6E8A-4147-A177-3AD203B41FA5}">
                      <a16:colId xmlns:a16="http://schemas.microsoft.com/office/drawing/2014/main" val="422488324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Zzan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68783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Notice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361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345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FB092-4198-BFF9-EE20-CF4DD9B1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D73FC1D-EAED-C29B-8D81-089BC7EED6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016448"/>
              </p:ext>
            </p:extLst>
          </p:nvPr>
        </p:nvGraphicFramePr>
        <p:xfrm>
          <a:off x="609600" y="1189038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544211866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694856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Zzan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417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85292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F17447A-2FCD-1C18-61F1-412A8B8E1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161078"/>
              </p:ext>
            </p:extLst>
          </p:nvPr>
        </p:nvGraphicFramePr>
        <p:xfrm>
          <a:off x="609600" y="1930718"/>
          <a:ext cx="10972801" cy="2326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1836201016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159466611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27311345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592808593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01957528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357485101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717784905"/>
                    </a:ext>
                  </a:extLst>
                </a:gridCol>
              </a:tblGrid>
              <a:tr h="581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Filed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Extra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764826"/>
                  </a:ext>
                </a:extLst>
              </a:tr>
              <a:tr h="581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cartCode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Primary 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Auto-increment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장바구니번호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74780"/>
                  </a:ext>
                </a:extLst>
              </a:tr>
              <a:tr h="581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cMemid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FK(Member.mid)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회원아이디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557923"/>
                  </a:ext>
                </a:extLst>
              </a:tr>
              <a:tr h="581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createTM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timestamp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 now()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장바구니생성날짜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104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680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B3985-6D3C-32E7-6777-6FD5E436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911"/>
            <a:ext cx="9960864" cy="987552"/>
          </a:xfrm>
        </p:spPr>
        <p:txBody>
          <a:bodyPr/>
          <a:lstStyle/>
          <a:p>
            <a:r>
              <a:rPr lang="ko-KR" altLang="en-US" dirty="0"/>
              <a:t>장바구니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8D56BA9-82E0-32C3-031E-FD4C6535B1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984601"/>
              </p:ext>
            </p:extLst>
          </p:nvPr>
        </p:nvGraphicFramePr>
        <p:xfrm>
          <a:off x="609600" y="1189038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46802926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160536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Zzan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39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CartProduct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714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3FAAC02-FE31-4707-492B-EFE5F1712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003789"/>
              </p:ext>
            </p:extLst>
          </p:nvPr>
        </p:nvGraphicFramePr>
        <p:xfrm>
          <a:off x="612843" y="1930718"/>
          <a:ext cx="1096955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300">
                  <a:extLst>
                    <a:ext uri="{9D8B030D-6E8A-4147-A177-3AD203B41FA5}">
                      <a16:colId xmlns:a16="http://schemas.microsoft.com/office/drawing/2014/main" val="1349671118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390034281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885582096"/>
                    </a:ext>
                  </a:extLst>
                </a:gridCol>
                <a:gridCol w="1672231">
                  <a:extLst>
                    <a:ext uri="{9D8B030D-6E8A-4147-A177-3AD203B41FA5}">
                      <a16:colId xmlns:a16="http://schemas.microsoft.com/office/drawing/2014/main" val="3788834692"/>
                    </a:ext>
                  </a:extLst>
                </a:gridCol>
                <a:gridCol w="1462855">
                  <a:extLst>
                    <a:ext uri="{9D8B030D-6E8A-4147-A177-3AD203B41FA5}">
                      <a16:colId xmlns:a16="http://schemas.microsoft.com/office/drawing/2014/main" val="2376996269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404592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652176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Filed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Type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Key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Default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Extra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As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355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cpCode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Not null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Primary key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Auto-increment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장바구니목록번호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80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cartCode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Not null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FK(</a:t>
                      </a:r>
                      <a:r>
                        <a:rPr lang="en-US" altLang="ko-KR" sz="1600" dirty="0" err="1"/>
                        <a:t>Cart.cartCode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장바구니번호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180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cpPrCode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Char(20)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Not null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FK(</a:t>
                      </a:r>
                      <a:r>
                        <a:rPr lang="en-US" altLang="ko-KR" sz="1600" dirty="0" err="1"/>
                        <a:t>Product.pCode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상품코드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196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cpQuantity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Not null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상품수량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765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cpRegTM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Timestamp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Not null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Default now()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02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861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7A579-8D57-BA26-A6FD-E0A9D7A55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9960864" cy="987552"/>
          </a:xfrm>
        </p:spPr>
        <p:txBody>
          <a:bodyPr/>
          <a:lstStyle/>
          <a:p>
            <a:r>
              <a:rPr lang="ko-KR" altLang="en-US" dirty="0"/>
              <a:t>주문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1B4B6A3-1DD4-64E7-24C4-3539EFCFF8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29035"/>
              </p:ext>
            </p:extLst>
          </p:nvPr>
        </p:nvGraphicFramePr>
        <p:xfrm>
          <a:off x="609600" y="1189038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48618947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275621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Zzan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74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Order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0499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E3A2465-6EE8-F8E5-05DA-ED3825362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82707"/>
              </p:ext>
            </p:extLst>
          </p:nvPr>
        </p:nvGraphicFramePr>
        <p:xfrm>
          <a:off x="609600" y="1930718"/>
          <a:ext cx="1097280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81936764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44198164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873298425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43431652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68144761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300283301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7061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Field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Extra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8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oNum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Primary 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Auto-increment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3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Totlaprice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토탈가격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995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Status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 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현재상태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23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userPhone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휴대전화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0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userAddr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Char(100)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회원주소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046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userId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877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orderTM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timestamp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 now()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759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866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AC89E-C603-1030-30A0-DCB6A27B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28"/>
            <a:ext cx="9960864" cy="987552"/>
          </a:xfrm>
        </p:spPr>
        <p:txBody>
          <a:bodyPr/>
          <a:lstStyle/>
          <a:p>
            <a:r>
              <a:rPr lang="ko-KR" altLang="en-US" dirty="0"/>
              <a:t>주문구매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4A20692-6C39-1A10-7110-A0F5C2C837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497447"/>
              </p:ext>
            </p:extLst>
          </p:nvPr>
        </p:nvGraphicFramePr>
        <p:xfrm>
          <a:off x="609600" y="1189038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79453542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780146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Zzan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680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T/N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OrderProduct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88564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553FCEF-CF3B-E932-4506-53E088383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08918"/>
              </p:ext>
            </p:extLst>
          </p:nvPr>
        </p:nvGraphicFramePr>
        <p:xfrm>
          <a:off x="609600" y="1930718"/>
          <a:ext cx="10972801" cy="339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1185341686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342642358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471038095"/>
                    </a:ext>
                  </a:extLst>
                </a:gridCol>
                <a:gridCol w="1886239">
                  <a:extLst>
                    <a:ext uri="{9D8B030D-6E8A-4147-A177-3AD203B41FA5}">
                      <a16:colId xmlns:a16="http://schemas.microsoft.com/office/drawing/2014/main" val="3144636421"/>
                    </a:ext>
                  </a:extLst>
                </a:gridCol>
                <a:gridCol w="1248847">
                  <a:extLst>
                    <a:ext uri="{9D8B030D-6E8A-4147-A177-3AD203B41FA5}">
                      <a16:colId xmlns:a16="http://schemas.microsoft.com/office/drawing/2014/main" val="339910834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52965174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4174609195"/>
                    </a:ext>
                  </a:extLst>
                </a:gridCol>
              </a:tblGrid>
              <a:tr h="5650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Filed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Extra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689885"/>
                  </a:ext>
                </a:extLst>
              </a:tr>
              <a:tr h="5650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opNum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Primary key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Auto-increment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주문항목번호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736898"/>
                  </a:ext>
                </a:extLst>
              </a:tr>
              <a:tr h="5650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productCode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FK(</a:t>
                      </a:r>
                      <a:r>
                        <a:rPr lang="en-US" altLang="ko-KR" dirty="0" err="1"/>
                        <a:t>Product.pCode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상품코드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391184"/>
                  </a:ext>
                </a:extLst>
              </a:tr>
              <a:tr h="5650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orderNum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FK(</a:t>
                      </a:r>
                      <a:r>
                        <a:rPr lang="en-US" altLang="ko-KR" dirty="0" err="1"/>
                        <a:t>Order.oNum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875204"/>
                  </a:ext>
                </a:extLst>
              </a:tr>
              <a:tr h="5650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토탈가격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378199"/>
                  </a:ext>
                </a:extLst>
              </a:tr>
              <a:tr h="5650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opQuantity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주문수량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479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408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594E0-0319-E4A9-7167-7450B330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455"/>
            <a:ext cx="9960864" cy="987552"/>
          </a:xfrm>
        </p:spPr>
        <p:txBody>
          <a:bodyPr/>
          <a:lstStyle/>
          <a:p>
            <a:r>
              <a:rPr lang="ko-KR" altLang="en-US" dirty="0"/>
              <a:t>전체 데이터베이스 </a:t>
            </a:r>
            <a:r>
              <a:rPr lang="ko-KR" altLang="en-US" dirty="0" err="1"/>
              <a:t>역활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5EF41C-2257-644A-9690-AE7A7F0B3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50938" y="-2743200"/>
            <a:ext cx="1184729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485239720">
            <a:extLst>
              <a:ext uri="{FF2B5EF4-FFF2-40B4-BE49-F238E27FC236}">
                <a16:creationId xmlns:a16="http://schemas.microsoft.com/office/drawing/2014/main" id="{0D808CCF-F7AA-02DA-8290-253895BC4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2" y="1007007"/>
            <a:ext cx="11478605" cy="558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952797"/>
      </p:ext>
    </p:extLst>
  </p:cSld>
  <p:clrMapOvr>
    <a:masterClrMapping/>
  </p:clrMapOvr>
</p:sld>
</file>

<file path=ppt/theme/theme1.xml><?xml version="1.0" encoding="utf-8"?>
<a:theme xmlns:a="http://schemas.openxmlformats.org/drawingml/2006/main" name="New_Korea03">
  <a:themeElements>
    <a:clrScheme name="Korea03">
      <a:dk1>
        <a:srgbClr val="000000"/>
      </a:dk1>
      <a:lt1>
        <a:srgbClr val="FFFFFF"/>
      </a:lt1>
      <a:dk2>
        <a:srgbClr val="0362B9"/>
      </a:dk2>
      <a:lt2>
        <a:srgbClr val="BCE7FA"/>
      </a:lt2>
      <a:accent1>
        <a:srgbClr val="3DB5DB"/>
      </a:accent1>
      <a:accent2>
        <a:srgbClr val="DF9B29"/>
      </a:accent2>
      <a:accent3>
        <a:srgbClr val="6699FF"/>
      </a:accent3>
      <a:accent4>
        <a:srgbClr val="D361AA"/>
      </a:accent4>
      <a:accent5>
        <a:srgbClr val="A3D75D"/>
      </a:accent5>
      <a:accent6>
        <a:srgbClr val="D36161"/>
      </a:accent6>
      <a:hlink>
        <a:srgbClr val="FF9933"/>
      </a:hlink>
      <a:folHlink>
        <a:srgbClr val="FF3399"/>
      </a:folHlink>
    </a:clrScheme>
    <a:fontScheme name="Korea03">
      <a:majorFont>
        <a:latin typeface="Corbel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w Cen MT"/>
        <a:ea typeface=""/>
        <a:cs typeface=""/>
        <a:font script="Jpan" typeface="HGｺﾞｼｯｸE"/>
        <a:font script="Hang" typeface="휴먼모음T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Korea03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hade val="100000"/>
                <a:satMod val="115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TM10237563[[fn=우주 테마]]</Template>
  <TotalTime>88</TotalTime>
  <Words>586</Words>
  <Application>Microsoft Office PowerPoint</Application>
  <PresentationFormat>와이드스크린</PresentationFormat>
  <Paragraphs>353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Arial</vt:lpstr>
      <vt:lpstr>Corbel</vt:lpstr>
      <vt:lpstr>Tw Cen MT</vt:lpstr>
      <vt:lpstr>Wingdings</vt:lpstr>
      <vt:lpstr>Wingdings 2</vt:lpstr>
      <vt:lpstr>New_Korea03</vt:lpstr>
      <vt:lpstr>DataBase</vt:lpstr>
      <vt:lpstr>멤버 DB</vt:lpstr>
      <vt:lpstr>관리자 데이터베이스</vt:lpstr>
      <vt:lpstr>상품 데이터베이스</vt:lpstr>
      <vt:lpstr>문의사항 데이터베이스</vt:lpstr>
      <vt:lpstr>공지사항 데이터베이스</vt:lpstr>
      <vt:lpstr>PowerPoint 프레젠테이션</vt:lpstr>
      <vt:lpstr>장바구니 데이터베이스</vt:lpstr>
      <vt:lpstr>주문 데이터베이스</vt:lpstr>
      <vt:lpstr>주문구매 데이터베이스</vt:lpstr>
      <vt:lpstr>전체 데이터베이스 역활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준재 김</dc:creator>
  <cp:lastModifiedBy>준재 김</cp:lastModifiedBy>
  <cp:revision>1</cp:revision>
  <dcterms:created xsi:type="dcterms:W3CDTF">2024-12-13T07:35:53Z</dcterms:created>
  <dcterms:modified xsi:type="dcterms:W3CDTF">2024-12-13T09:04:50Z</dcterms:modified>
</cp:coreProperties>
</file>