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0380401-D72B-42A9-BA5F-60AF8EB91505}">
          <p14:sldIdLst>
            <p14:sldId id="256"/>
            <p14:sldId id="257"/>
          </p14:sldIdLst>
        </p14:section>
        <p14:section name="작업개요" id="{81575E7A-B39B-46F9-873B-392A8495E23A}">
          <p14:sldIdLst>
            <p14:sldId id="258"/>
            <p14:sldId id="259"/>
          </p14:sldIdLst>
        </p14:section>
        <p14:section name="파일플로우" id="{81CDB7DB-441C-4C8A-A729-42B47FA3669F}">
          <p14:sldIdLst>
            <p14:sldId id="260"/>
            <p14:sldId id="264"/>
            <p14:sldId id="265"/>
          </p14:sldIdLst>
        </p14:section>
        <p14:section name="벤치마킹" id="{C731D3BE-8AC1-406A-85F2-31AAB420901C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82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99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4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008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47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01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24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29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2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2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12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979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56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031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70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080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61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41D07C5-3E20-461E-8E65-D0D47C30F4D8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4070230-ACD2-42B2-9C88-8EF105682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2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liquorstore.co.kr/main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38CC3-56DB-79E1-2183-70E771044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100" y="1599639"/>
            <a:ext cx="8689976" cy="1915098"/>
          </a:xfrm>
        </p:spPr>
        <p:txBody>
          <a:bodyPr>
            <a:normAutofit fontScale="90000"/>
          </a:bodyPr>
          <a:lstStyle/>
          <a:p>
            <a:br>
              <a:rPr lang="ko-KR" altLang="en-US" dirty="0">
                <a:effectLst/>
              </a:rPr>
            </a:br>
            <a:r>
              <a:rPr lang="ko-KR" altLang="en-US" sz="4400" dirty="0">
                <a:effectLst/>
              </a:rPr>
              <a:t>우리 같이             </a:t>
            </a:r>
            <a:r>
              <a:rPr lang="en-US" altLang="ko-KR" sz="3600" dirty="0" err="1">
                <a:solidFill>
                  <a:srgbClr val="000000"/>
                </a:solidFill>
                <a:effectLst/>
                <a:latin typeface="Impact" panose="020B0806030902050204" pitchFamily="34" charset="0"/>
                <a:ea typeface="Impact" panose="020B0806030902050204" pitchFamily="34" charset="0"/>
              </a:rPr>
              <a:t>Zzan</a:t>
            </a:r>
            <a:r>
              <a:rPr lang="en-US" altLang="ko-KR" sz="3600" dirty="0">
                <a:solidFill>
                  <a:srgbClr val="000000"/>
                </a:solidFill>
                <a:effectLst/>
                <a:latin typeface="Impact" panose="020B0806030902050204" pitchFamily="34" charset="0"/>
                <a:ea typeface="Impact" panose="020B0806030902050204" pitchFamily="34" charset="0"/>
              </a:rPr>
              <a:t>   </a:t>
            </a:r>
            <a:r>
              <a:rPr lang="ko-KR" altLang="en-US" sz="36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할까</a:t>
            </a:r>
            <a:r>
              <a:rPr lang="en-US" altLang="ko-KR" sz="36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~?</a:t>
            </a:r>
            <a:br>
              <a:rPr lang="ko-KR" altLang="en-US" dirty="0">
                <a:effectLst/>
              </a:rPr>
            </a:br>
            <a:br>
              <a:rPr lang="en-US" altLang="ko-KR" dirty="0">
                <a:effectLst/>
              </a:rPr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1CDEA5-5BE7-65CE-5682-48E6AF873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5991" y="4058216"/>
            <a:ext cx="8689976" cy="1371599"/>
          </a:xfrm>
        </p:spPr>
        <p:txBody>
          <a:bodyPr/>
          <a:lstStyle/>
          <a:p>
            <a:r>
              <a:rPr lang="ko-KR" altLang="en-US" dirty="0"/>
              <a:t>김준재</a:t>
            </a:r>
            <a:r>
              <a:rPr lang="en-US" altLang="ko-KR" dirty="0"/>
              <a:t>, </a:t>
            </a:r>
            <a:r>
              <a:rPr lang="ko-KR" altLang="en-US" dirty="0"/>
              <a:t>정경선</a:t>
            </a:r>
            <a:r>
              <a:rPr lang="en-US" altLang="ko-KR" dirty="0"/>
              <a:t>, </a:t>
            </a:r>
            <a:r>
              <a:rPr lang="ko-KR" altLang="en-US" dirty="0"/>
              <a:t>서민호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882E6B-41EF-B80C-B9B9-D8A0C266E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87651" y="-229731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570221208">
            <a:extLst>
              <a:ext uri="{FF2B5EF4-FFF2-40B4-BE49-F238E27FC236}">
                <a16:creationId xmlns:a16="http://schemas.microsoft.com/office/drawing/2014/main" id="{2E23E404-33DB-AFD9-4642-3241CDB83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661" y="1599639"/>
            <a:ext cx="1138677" cy="85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562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D9768-3201-CB80-DAFF-9495D316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54D01F-2345-D508-062A-CED9FF1C7B9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작업개요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진행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해야할것</a:t>
            </a:r>
            <a:r>
              <a:rPr lang="en-US" altLang="ko-KR" dirty="0"/>
              <a:t>(?)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803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871FA-7778-3E0A-08A8-11C318AF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203" y="55690"/>
            <a:ext cx="10364451" cy="1596177"/>
          </a:xfrm>
        </p:spPr>
        <p:txBody>
          <a:bodyPr/>
          <a:lstStyle/>
          <a:p>
            <a:r>
              <a:rPr lang="ko-KR" altLang="en-US" dirty="0"/>
              <a:t>작업개요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9FD7C-CDA4-D91F-9588-BC6034A858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651867"/>
            <a:ext cx="3612333" cy="1661701"/>
          </a:xfrm>
        </p:spPr>
        <p:txBody>
          <a:bodyPr>
            <a:noAutofit/>
          </a:bodyPr>
          <a:lstStyle/>
          <a:p>
            <a:r>
              <a:rPr lang="en-US" altLang="ko-KR" sz="1800" dirty="0"/>
              <a:t>1. </a:t>
            </a:r>
            <a:r>
              <a:rPr lang="ko-KR" altLang="en-US" sz="1800" dirty="0"/>
              <a:t>무엇을 제작하려고 하는가</a:t>
            </a:r>
            <a:r>
              <a:rPr lang="en-US" altLang="ko-KR" sz="1800" dirty="0"/>
              <a:t>? </a:t>
            </a:r>
          </a:p>
          <a:p>
            <a:r>
              <a:rPr lang="en-US" altLang="ko-KR" sz="1800" dirty="0"/>
              <a:t>   </a:t>
            </a:r>
            <a:r>
              <a:rPr lang="ko-KR" altLang="en-US" sz="1800" dirty="0"/>
              <a:t>관리자가 주류 제품들을 게시판에 올리고 </a:t>
            </a:r>
          </a:p>
          <a:p>
            <a:r>
              <a:rPr lang="ko-KR" altLang="en-US" sz="1800" dirty="0"/>
              <a:t>   올라간 그 상품들을 사용자들이 보면서</a:t>
            </a:r>
          </a:p>
          <a:p>
            <a:r>
              <a:rPr lang="ko-KR" altLang="en-US" sz="1800" dirty="0"/>
              <a:t>   다양한 주류들을 선택하고 </a:t>
            </a:r>
          </a:p>
          <a:p>
            <a:r>
              <a:rPr lang="ko-KR" altLang="en-US" sz="1800" dirty="0"/>
              <a:t>   선택한 주류를 구매할 수 있는 주류 쇼핑몰 구현하기</a:t>
            </a:r>
          </a:p>
          <a:p>
            <a:endParaRPr lang="en-US" altLang="ko-KR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EB95C-4171-AF23-57A1-6A0329F3520E}"/>
              </a:ext>
            </a:extLst>
          </p:cNvPr>
          <p:cNvSpPr txBox="1"/>
          <p:nvPr/>
        </p:nvSpPr>
        <p:spPr>
          <a:xfrm>
            <a:off x="3720974" y="1651867"/>
            <a:ext cx="31324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제작의도</a:t>
            </a:r>
          </a:p>
          <a:p>
            <a:r>
              <a:rPr lang="en-US" altLang="ko-KR" dirty="0"/>
              <a:t>1) </a:t>
            </a:r>
            <a:r>
              <a:rPr lang="ko-KR" altLang="en-US" dirty="0"/>
              <a:t>왜 만들려고 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주류매장이 </a:t>
            </a:r>
            <a:r>
              <a:rPr lang="ko-KR" altLang="en-US" dirty="0" err="1"/>
              <a:t>멀리있어서</a:t>
            </a:r>
            <a:r>
              <a:rPr lang="ko-KR" altLang="en-US" dirty="0"/>
              <a:t> 갈수 없는 상황이거나 </a:t>
            </a:r>
          </a:p>
          <a:p>
            <a:r>
              <a:rPr lang="ko-KR" altLang="en-US" dirty="0"/>
              <a:t>운영시간에 맞춰 </a:t>
            </a:r>
            <a:r>
              <a:rPr lang="ko-KR" altLang="en-US" dirty="0" err="1"/>
              <a:t>구입할수</a:t>
            </a:r>
            <a:r>
              <a:rPr lang="ko-KR" altLang="en-US" dirty="0"/>
              <a:t> 없는 상황을 고려해 </a:t>
            </a:r>
          </a:p>
          <a:p>
            <a:r>
              <a:rPr lang="ko-KR" altLang="en-US" dirty="0"/>
              <a:t>쉽게 온라인으로도 구매자가 손쉽고 간편하게 </a:t>
            </a:r>
          </a:p>
          <a:p>
            <a:r>
              <a:rPr lang="ko-KR" altLang="en-US" dirty="0" err="1"/>
              <a:t>구입할수</a:t>
            </a:r>
            <a:r>
              <a:rPr lang="ko-KR" altLang="en-US" dirty="0"/>
              <a:t> 있는 편리성을 위해서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1F846-02DC-B466-3F70-7AC69526E0A6}"/>
              </a:ext>
            </a:extLst>
          </p:cNvPr>
          <p:cNvSpPr txBox="1"/>
          <p:nvPr/>
        </p:nvSpPr>
        <p:spPr>
          <a:xfrm>
            <a:off x="7288040" y="1557196"/>
            <a:ext cx="38346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 </a:t>
            </a:r>
            <a:r>
              <a:rPr lang="ko-KR" altLang="en-US" dirty="0"/>
              <a:t>작업의 목표</a:t>
            </a:r>
          </a:p>
          <a:p>
            <a:r>
              <a:rPr lang="en-US" altLang="ko-KR" dirty="0"/>
              <a:t>-  </a:t>
            </a:r>
            <a:r>
              <a:rPr lang="ko-KR" altLang="en-US" dirty="0" err="1"/>
              <a:t>배운것들을</a:t>
            </a:r>
            <a:r>
              <a:rPr lang="ko-KR" altLang="en-US" dirty="0"/>
              <a:t> 응용하면서 페이지를 구현</a:t>
            </a:r>
          </a:p>
          <a:p>
            <a:endParaRPr lang="ko-KR" altLang="en-US" dirty="0"/>
          </a:p>
          <a:p>
            <a:r>
              <a:rPr lang="ko-KR" altLang="en-US" dirty="0"/>
              <a:t>   회원가입 로그인 페이지와 시스템 구축</a:t>
            </a:r>
          </a:p>
          <a:p>
            <a:r>
              <a:rPr lang="ko-KR" altLang="en-US" dirty="0"/>
              <a:t>    기본적인 사용자가 볼 수 있고 선택 가능한 공용페이지 구현 및</a:t>
            </a:r>
          </a:p>
          <a:p>
            <a:r>
              <a:rPr lang="ko-KR" altLang="en-US" dirty="0"/>
              <a:t>    관리자만 볼 수 있고 업로드도 할 수 있는 독립적인 페이지 구현</a:t>
            </a:r>
          </a:p>
          <a:p>
            <a:r>
              <a:rPr lang="ko-KR" altLang="en-US" dirty="0"/>
              <a:t>    업로드를 할 수 있게끔 데이터를 저장 해 둘 데이터베이스 구현</a:t>
            </a:r>
          </a:p>
          <a:p>
            <a:r>
              <a:rPr lang="ko-KR" altLang="en-US" dirty="0"/>
              <a:t>    회원 탈퇴 및 추가 구현 및 실력 향상 목표</a:t>
            </a:r>
          </a:p>
        </p:txBody>
      </p:sp>
    </p:spTree>
    <p:extLst>
      <p:ext uri="{BB962C8B-B14F-4D97-AF65-F5344CB8AC3E}">
        <p14:creationId xmlns:p14="http://schemas.microsoft.com/office/powerpoint/2010/main" val="81134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6A0BB-065A-60C8-A4B0-EFACF437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DB55D-8442-B42F-676E-1738A46FD4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3865" y="2001220"/>
            <a:ext cx="4599161" cy="4238263"/>
          </a:xfrm>
        </p:spPr>
        <p:txBody>
          <a:bodyPr>
            <a:normAutofit/>
          </a:bodyPr>
          <a:lstStyle/>
          <a:p>
            <a:r>
              <a:rPr lang="en-US" altLang="ko-KR" dirty="0"/>
              <a:t>3) </a:t>
            </a:r>
            <a:r>
              <a:rPr lang="ko-KR" altLang="en-US" dirty="0" err="1"/>
              <a:t>작업참고</a:t>
            </a:r>
            <a:r>
              <a:rPr lang="ko-KR" altLang="en-US" dirty="0"/>
              <a:t> </a:t>
            </a:r>
            <a:r>
              <a:rPr lang="ko-KR" altLang="en-US" dirty="0" err="1"/>
              <a:t>자료또는</a:t>
            </a:r>
            <a:r>
              <a:rPr lang="ko-KR" altLang="en-US" dirty="0"/>
              <a:t> 웹 사이트</a:t>
            </a:r>
            <a:r>
              <a:rPr lang="en-US" altLang="ko-KR" dirty="0"/>
              <a:t>(=</a:t>
            </a:r>
            <a:r>
              <a:rPr lang="ko-KR" altLang="en-US" dirty="0"/>
              <a:t>벤치마킹 사이트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이전 협업 미니 프로젝트 </a:t>
            </a:r>
            <a:r>
              <a:rPr lang="en-US" altLang="ko-KR" dirty="0" err="1"/>
              <a:t>zzan</a:t>
            </a:r>
            <a:r>
              <a:rPr lang="en-US" altLang="ko-KR" dirty="0"/>
              <a:t> </a:t>
            </a:r>
            <a:r>
              <a:rPr lang="ko-KR" altLang="en-US" dirty="0"/>
              <a:t>초기 구현 자료 참고 예정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https://www.liquorstore.co.kr/main.php </a:t>
            </a:r>
            <a:r>
              <a:rPr lang="ko-KR" altLang="en-US" dirty="0" err="1"/>
              <a:t>참고웹사이트</a:t>
            </a:r>
            <a:r>
              <a:rPr lang="en-US" altLang="ko-KR" dirty="0"/>
              <a:t>(</a:t>
            </a:r>
            <a:r>
              <a:rPr lang="ko-KR" altLang="en-US" dirty="0" err="1"/>
              <a:t>리커스토어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5E111-8CFD-FB6B-3CD2-8D3E2691E0CB}"/>
              </a:ext>
            </a:extLst>
          </p:cNvPr>
          <p:cNvSpPr txBox="1"/>
          <p:nvPr/>
        </p:nvSpPr>
        <p:spPr>
          <a:xfrm>
            <a:off x="6409853" y="2001220"/>
            <a:ext cx="39473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 </a:t>
            </a:r>
            <a:r>
              <a:rPr lang="ko-KR" altLang="en-US" dirty="0"/>
              <a:t>기타 기재하고 </a:t>
            </a:r>
            <a:r>
              <a:rPr lang="ko-KR" altLang="en-US" dirty="0" err="1"/>
              <a:t>싶은내용</a:t>
            </a:r>
            <a:endParaRPr lang="ko-KR" altLang="en-US" dirty="0"/>
          </a:p>
          <a:p>
            <a:r>
              <a:rPr lang="en-US" altLang="ko-KR" dirty="0"/>
              <a:t>- </a:t>
            </a:r>
            <a:r>
              <a:rPr lang="ko-KR" altLang="en-US" dirty="0"/>
              <a:t>이전 미니프로젝트에서 구현해보지 못한 기능들을 </a:t>
            </a:r>
          </a:p>
          <a:p>
            <a:r>
              <a:rPr lang="ko-KR" altLang="en-US" dirty="0"/>
              <a:t>구현하고 </a:t>
            </a:r>
            <a:r>
              <a:rPr lang="ko-KR" altLang="en-US" dirty="0" err="1"/>
              <a:t>배운것들을</a:t>
            </a:r>
            <a:r>
              <a:rPr lang="ko-KR" altLang="en-US" dirty="0"/>
              <a:t> 응용해보고 </a:t>
            </a:r>
            <a:r>
              <a:rPr lang="ko-KR" altLang="en-US" dirty="0" err="1"/>
              <a:t>구성원들간의</a:t>
            </a:r>
            <a:r>
              <a:rPr lang="ko-KR" altLang="en-US" dirty="0"/>
              <a:t> 소통은 굉장히 중요해서</a:t>
            </a:r>
          </a:p>
          <a:p>
            <a:r>
              <a:rPr lang="ko-KR" altLang="en-US" dirty="0"/>
              <a:t> 이를 통해 문제를 원활히 </a:t>
            </a:r>
            <a:r>
              <a:rPr lang="ko-KR" altLang="en-US" dirty="0" err="1"/>
              <a:t>해결할수</a:t>
            </a:r>
            <a:r>
              <a:rPr lang="ko-KR" altLang="en-US" dirty="0"/>
              <a:t> 있는 방법이 </a:t>
            </a:r>
            <a:r>
              <a:rPr lang="ko-KR" altLang="en-US" dirty="0" err="1"/>
              <a:t>모색될수</a:t>
            </a:r>
            <a:r>
              <a:rPr lang="ko-KR" altLang="en-US" dirty="0"/>
              <a:t> 있고 </a:t>
            </a:r>
          </a:p>
          <a:p>
            <a:r>
              <a:rPr lang="ko-KR" altLang="en-US" dirty="0"/>
              <a:t>일의 능률을 대폭 끌어 </a:t>
            </a:r>
            <a:r>
              <a:rPr lang="ko-KR" altLang="en-US" dirty="0" err="1"/>
              <a:t>올릴수</a:t>
            </a:r>
            <a:r>
              <a:rPr lang="ko-KR" altLang="en-US" dirty="0"/>
              <a:t> 있다 </a:t>
            </a:r>
          </a:p>
          <a:p>
            <a:r>
              <a:rPr lang="ko-KR" altLang="en-US" dirty="0"/>
              <a:t>주류 판매 및 운영을 하는 사이트를 구현함으로써 페이지 구현 및 연결 능력치 향상</a:t>
            </a:r>
          </a:p>
          <a:p>
            <a:r>
              <a:rPr lang="ko-KR" altLang="en-US" dirty="0" err="1"/>
              <a:t>팀원간의</a:t>
            </a:r>
            <a:r>
              <a:rPr lang="ko-KR" altLang="en-US" dirty="0"/>
              <a:t> 협업을 배움으로써 팀워크의 중요성과 정보공유의 중요성을 인지</a:t>
            </a:r>
          </a:p>
        </p:txBody>
      </p:sp>
    </p:spTree>
    <p:extLst>
      <p:ext uri="{BB962C8B-B14F-4D97-AF65-F5344CB8AC3E}">
        <p14:creationId xmlns:p14="http://schemas.microsoft.com/office/powerpoint/2010/main" val="30487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E2381-7007-0503-E434-B08B7E06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570676" cy="1274323"/>
          </a:xfrm>
        </p:spPr>
        <p:txBody>
          <a:bodyPr/>
          <a:lstStyle/>
          <a:p>
            <a:r>
              <a:rPr lang="ko-KR" altLang="en-US" dirty="0"/>
              <a:t>파일 플로우</a:t>
            </a:r>
          </a:p>
        </p:txBody>
      </p:sp>
      <p:pic>
        <p:nvPicPr>
          <p:cNvPr id="4" name="Google Shape;165;g317935130a8_0_7">
            <a:extLst>
              <a:ext uri="{FF2B5EF4-FFF2-40B4-BE49-F238E27FC236}">
                <a16:creationId xmlns:a16="http://schemas.microsoft.com/office/drawing/2014/main" id="{78798B68-94E4-5823-4638-441C26C6B631}"/>
              </a:ext>
            </a:extLst>
          </p:cNvPr>
          <p:cNvPicPr preferRelativeResize="0">
            <a:picLocks noGrp="1"/>
          </p:cNvPicPr>
          <p:nvPr>
            <p:ph sz="quarter" idx="13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967" y="1434159"/>
            <a:ext cx="11127094" cy="4948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45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77;g317935130a8_0_14">
            <a:extLst>
              <a:ext uri="{FF2B5EF4-FFF2-40B4-BE49-F238E27FC236}">
                <a16:creationId xmlns:a16="http://schemas.microsoft.com/office/drawing/2014/main" id="{80FF5F07-3964-E5F5-C981-41188000F4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1052" y="2100169"/>
            <a:ext cx="10900758" cy="4354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999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1;g317935130a8_0_11">
            <a:extLst>
              <a:ext uri="{FF2B5EF4-FFF2-40B4-BE49-F238E27FC236}">
                <a16:creationId xmlns:a16="http://schemas.microsoft.com/office/drawing/2014/main" id="{CC9616AC-F7B4-6B99-0870-2A0977236B5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865" y="1434159"/>
            <a:ext cx="10972799" cy="4921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293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A9BC8-158F-E662-D0F6-995267EF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588042" cy="1066801"/>
          </a:xfrm>
        </p:spPr>
        <p:txBody>
          <a:bodyPr/>
          <a:lstStyle/>
          <a:p>
            <a:r>
              <a:rPr lang="en-US" altLang="ko-KR" dirty="0" err="1"/>
              <a:t>bENCHmARKING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DD08-D8E2-D186-095A-A6DF72DE38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벤치마킹사이트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https://www.liquorstore.co.kr/main.php</a:t>
            </a:r>
            <a:endParaRPr lang="en-US" altLang="ko-KR" dirty="0"/>
          </a:p>
          <a:p>
            <a:r>
              <a:rPr lang="ko-KR" altLang="en-US" dirty="0"/>
              <a:t>선정이유</a:t>
            </a:r>
            <a:r>
              <a:rPr lang="en-US" altLang="ko-KR" dirty="0"/>
              <a:t>:  </a:t>
            </a:r>
            <a:r>
              <a:rPr lang="ko-KR" altLang="en-US" dirty="0" err="1"/>
              <a:t>슬라이드이미지</a:t>
            </a:r>
            <a:r>
              <a:rPr lang="ko-KR" altLang="en-US" dirty="0"/>
              <a:t> 부분이나 박스메뉴 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ul</a:t>
            </a:r>
            <a:r>
              <a:rPr lang="en-US" altLang="ko-KR" dirty="0"/>
              <a:t>&gt;&lt;li&gt;&lt;/LI&gt;&lt;UL&gt;</a:t>
            </a:r>
            <a:r>
              <a:rPr lang="ko-KR" altLang="en-US" dirty="0"/>
              <a:t>를 사용한 </a:t>
            </a:r>
            <a:r>
              <a:rPr lang="ko-KR" altLang="en-US" dirty="0" err="1"/>
              <a:t>메뉴항목참고</a:t>
            </a:r>
            <a:endParaRPr lang="en-US" altLang="ko-KR" dirty="0"/>
          </a:p>
          <a:p>
            <a:r>
              <a:rPr lang="ko-KR" altLang="en-US" dirty="0" err="1"/>
              <a:t>슬라이드이미지</a:t>
            </a:r>
            <a:r>
              <a:rPr lang="ko-KR" altLang="en-US" dirty="0"/>
              <a:t> 참고하여 선정</a:t>
            </a:r>
            <a:endParaRPr lang="en-US" altLang="ko-KR" dirty="0"/>
          </a:p>
          <a:p>
            <a:r>
              <a:rPr lang="ko-KR" altLang="en-US" dirty="0"/>
              <a:t>리스트 목록</a:t>
            </a:r>
            <a:r>
              <a:rPr lang="en-US" altLang="ko-KR" dirty="0"/>
              <a:t>, </a:t>
            </a:r>
            <a:r>
              <a:rPr lang="ko-KR" altLang="en-US" dirty="0"/>
              <a:t>주류메뉴 헤더 </a:t>
            </a:r>
            <a:r>
              <a:rPr lang="ko-KR" altLang="en-US" dirty="0" err="1"/>
              <a:t>푸터</a:t>
            </a:r>
            <a:r>
              <a:rPr lang="ko-KR" altLang="en-US" dirty="0"/>
              <a:t> 참고사용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12DA95-9209-1758-9D5D-97B5FDE65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726" y="2160863"/>
            <a:ext cx="3914274" cy="308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4F9A6-DA94-7550-18B2-11B81AA8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766867" cy="666551"/>
          </a:xfrm>
        </p:spPr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B82D8-F73B-3837-682E-841D38B6FE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860080"/>
            <a:ext cx="12192000" cy="5997920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042756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물방울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물방울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물방울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TM04033925[[fn=물방울]]</Template>
  <TotalTime>884</TotalTime>
  <Words>286</Words>
  <Application>Microsoft Office PowerPoint</Application>
  <PresentationFormat>와이드스크린</PresentationFormat>
  <Paragraphs>45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Impact</vt:lpstr>
      <vt:lpstr>Tw Cen MT</vt:lpstr>
      <vt:lpstr>물방울</vt:lpstr>
      <vt:lpstr> 우리 같이             Zzan   할까~?  </vt:lpstr>
      <vt:lpstr>목차</vt:lpstr>
      <vt:lpstr>작업개요</vt:lpstr>
      <vt:lpstr>작업개요</vt:lpstr>
      <vt:lpstr>파일 플로우</vt:lpstr>
      <vt:lpstr>PowerPoint 프레젠테이션</vt:lpstr>
      <vt:lpstr>PowerPoint 프레젠테이션</vt:lpstr>
      <vt:lpstr>bENCHmARKING</vt:lpstr>
      <vt:lpstr>마이페이지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김준재</dc:creator>
  <cp:lastModifiedBy>준재 김</cp:lastModifiedBy>
  <cp:revision>2</cp:revision>
  <dcterms:created xsi:type="dcterms:W3CDTF">2024-12-10T06:09:41Z</dcterms:created>
  <dcterms:modified xsi:type="dcterms:W3CDTF">2024-12-12T08:09:32Z</dcterms:modified>
</cp:coreProperties>
</file>