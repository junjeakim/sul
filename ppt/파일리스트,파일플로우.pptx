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0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DAD7E5D-1B49-4AEE-AFC2-1C97EA654392}">
          <p14:sldIdLst>
            <p14:sldId id="256"/>
          </p14:sldIdLst>
        </p14:section>
        <p14:section name="파일플로우" id="{18007319-C228-498C-9278-4285F0AE57A6}">
          <p14:sldIdLst>
            <p14:sldId id="261"/>
            <p14:sldId id="262"/>
            <p14:sldId id="263"/>
          </p14:sldIdLst>
        </p14:section>
        <p14:section name="파일리스트" id="{EF3C80E1-3D21-4359-A5CB-7461ABB6EC98}">
          <p14:sldIdLst>
            <p14:sldId id="264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E9632-195A-4548-8913-A772ABB14138}" type="datetimeFigureOut">
              <a:rPr lang="ko-KR" altLang="en-US" smtClean="0"/>
              <a:t>2024-12-18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C1B39-8809-4D05-ABB4-1FF1FFA3F8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128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7935130a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7935130a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7935130a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17935130a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7935130a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17935130a8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/>
          <p:cNvSpPr/>
          <p:nvPr/>
        </p:nvSpPr>
        <p:spPr bwMode="gray">
          <a:xfrm>
            <a:off x="11393715" y="5873327"/>
            <a:ext cx="798285" cy="987315"/>
          </a:xfrm>
          <a:custGeom>
            <a:avLst/>
            <a:gdLst>
              <a:gd name="connsiteX0" fmla="*/ 587828 w 598714"/>
              <a:gd name="connsiteY0" fmla="*/ 0 h 979714"/>
              <a:gd name="connsiteX1" fmla="*/ 598714 w 598714"/>
              <a:gd name="connsiteY1" fmla="*/ 979714 h 979714"/>
              <a:gd name="connsiteX2" fmla="*/ 174171 w 598714"/>
              <a:gd name="connsiteY2" fmla="*/ 968828 h 979714"/>
              <a:gd name="connsiteX3" fmla="*/ 0 w 598714"/>
              <a:gd name="connsiteY3" fmla="*/ 185057 h 979714"/>
              <a:gd name="connsiteX4" fmla="*/ 587828 w 598714"/>
              <a:gd name="connsiteY4" fmla="*/ 0 h 979714"/>
              <a:gd name="connsiteX0" fmla="*/ 595944 w 598714"/>
              <a:gd name="connsiteY0" fmla="*/ 0 h 984674"/>
              <a:gd name="connsiteX1" fmla="*/ 598714 w 598714"/>
              <a:gd name="connsiteY1" fmla="*/ 984674 h 984674"/>
              <a:gd name="connsiteX2" fmla="*/ 174171 w 598714"/>
              <a:gd name="connsiteY2" fmla="*/ 973788 h 984674"/>
              <a:gd name="connsiteX3" fmla="*/ 0 w 598714"/>
              <a:gd name="connsiteY3" fmla="*/ 190017 h 984674"/>
              <a:gd name="connsiteX4" fmla="*/ 595944 w 598714"/>
              <a:gd name="connsiteY4" fmla="*/ 0 h 984674"/>
              <a:gd name="connsiteX0" fmla="*/ 595944 w 598714"/>
              <a:gd name="connsiteY0" fmla="*/ 0 h 987315"/>
              <a:gd name="connsiteX1" fmla="*/ 598714 w 598714"/>
              <a:gd name="connsiteY1" fmla="*/ 984674 h 987315"/>
              <a:gd name="connsiteX2" fmla="*/ 179582 w 598714"/>
              <a:gd name="connsiteY2" fmla="*/ 987315 h 987315"/>
              <a:gd name="connsiteX3" fmla="*/ 0 w 598714"/>
              <a:gd name="connsiteY3" fmla="*/ 190017 h 987315"/>
              <a:gd name="connsiteX4" fmla="*/ 595944 w 598714"/>
              <a:gd name="connsiteY4" fmla="*/ 0 h 987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714" h="987315">
                <a:moveTo>
                  <a:pt x="595944" y="0"/>
                </a:moveTo>
                <a:cubicBezTo>
                  <a:pt x="596867" y="328225"/>
                  <a:pt x="597791" y="656449"/>
                  <a:pt x="598714" y="984674"/>
                </a:cubicBezTo>
                <a:lnTo>
                  <a:pt x="179582" y="987315"/>
                </a:lnTo>
                <a:lnTo>
                  <a:pt x="0" y="190017"/>
                </a:lnTo>
                <a:lnTo>
                  <a:pt x="595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15"/>
          <p:cNvSpPr/>
          <p:nvPr/>
        </p:nvSpPr>
        <p:spPr bwMode="gray">
          <a:xfrm>
            <a:off x="10406744" y="2677887"/>
            <a:ext cx="1790009" cy="3298371"/>
          </a:xfrm>
          <a:custGeom>
            <a:avLst/>
            <a:gdLst>
              <a:gd name="connsiteX0" fmla="*/ 0 w 1338943"/>
              <a:gd name="connsiteY0" fmla="*/ 206828 h 3298371"/>
              <a:gd name="connsiteX1" fmla="*/ 1338943 w 1338943"/>
              <a:gd name="connsiteY1" fmla="*/ 0 h 3298371"/>
              <a:gd name="connsiteX2" fmla="*/ 1328057 w 1338943"/>
              <a:gd name="connsiteY2" fmla="*/ 3102428 h 3298371"/>
              <a:gd name="connsiteX3" fmla="*/ 718457 w 1338943"/>
              <a:gd name="connsiteY3" fmla="*/ 3298371 h 3298371"/>
              <a:gd name="connsiteX4" fmla="*/ 0 w 1338943"/>
              <a:gd name="connsiteY4" fmla="*/ 206828 h 3298371"/>
              <a:gd name="connsiteX0" fmla="*/ 0 w 1342507"/>
              <a:gd name="connsiteY0" fmla="*/ 206828 h 3298371"/>
              <a:gd name="connsiteX1" fmla="*/ 1338943 w 1342507"/>
              <a:gd name="connsiteY1" fmla="*/ 0 h 3298371"/>
              <a:gd name="connsiteX2" fmla="*/ 1338878 w 1342507"/>
              <a:gd name="connsiteY2" fmla="*/ 3097919 h 3298371"/>
              <a:gd name="connsiteX3" fmla="*/ 718457 w 1342507"/>
              <a:gd name="connsiteY3" fmla="*/ 3298371 h 3298371"/>
              <a:gd name="connsiteX4" fmla="*/ 0 w 1342507"/>
              <a:gd name="connsiteY4" fmla="*/ 206828 h 329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2507" h="3298371">
                <a:moveTo>
                  <a:pt x="0" y="206828"/>
                </a:moveTo>
                <a:lnTo>
                  <a:pt x="1338943" y="0"/>
                </a:lnTo>
                <a:cubicBezTo>
                  <a:pt x="1335314" y="1034143"/>
                  <a:pt x="1342507" y="2063776"/>
                  <a:pt x="1338878" y="3097919"/>
                </a:cubicBezTo>
                <a:lnTo>
                  <a:pt x="718457" y="3298371"/>
                </a:lnTo>
                <a:lnTo>
                  <a:pt x="0" y="20682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14"/>
          <p:cNvSpPr/>
          <p:nvPr/>
        </p:nvSpPr>
        <p:spPr bwMode="gray">
          <a:xfrm>
            <a:off x="-14515" y="2917372"/>
            <a:ext cx="11509829" cy="3940629"/>
          </a:xfrm>
          <a:custGeom>
            <a:avLst/>
            <a:gdLst>
              <a:gd name="connsiteX0" fmla="*/ 0 w 8632372"/>
              <a:gd name="connsiteY0" fmla="*/ 3940629 h 3940629"/>
              <a:gd name="connsiteX1" fmla="*/ 2732315 w 8632372"/>
              <a:gd name="connsiteY1" fmla="*/ 783772 h 3940629"/>
              <a:gd name="connsiteX2" fmla="*/ 7696200 w 8632372"/>
              <a:gd name="connsiteY2" fmla="*/ 0 h 3940629"/>
              <a:gd name="connsiteX3" fmla="*/ 8632372 w 8632372"/>
              <a:gd name="connsiteY3" fmla="*/ 3940629 h 3940629"/>
              <a:gd name="connsiteX4" fmla="*/ 0 w 8632372"/>
              <a:gd name="connsiteY4" fmla="*/ 3940629 h 3940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2372" h="3940629">
                <a:moveTo>
                  <a:pt x="0" y="3940629"/>
                </a:moveTo>
                <a:lnTo>
                  <a:pt x="2732315" y="783772"/>
                </a:lnTo>
                <a:lnTo>
                  <a:pt x="7696200" y="0"/>
                </a:lnTo>
                <a:lnTo>
                  <a:pt x="8632372" y="3940629"/>
                </a:lnTo>
                <a:lnTo>
                  <a:pt x="0" y="3940629"/>
                </a:ln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865632" y="6419088"/>
            <a:ext cx="10460736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558016" y="6419088"/>
            <a:ext cx="633984" cy="365760"/>
          </a:xfrm>
        </p:spPr>
        <p:txBody>
          <a:bodyPr/>
          <a:lstStyle/>
          <a:p>
            <a:fld id="{04136D2C-0B07-4F5E-8D5A-D0F232823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Freeform 8"/>
          <p:cNvSpPr/>
          <p:nvPr/>
        </p:nvSpPr>
        <p:spPr bwMode="gray">
          <a:xfrm>
            <a:off x="2363433" y="1"/>
            <a:ext cx="1747915" cy="1115627"/>
          </a:xfrm>
          <a:custGeom>
            <a:avLst/>
            <a:gdLst>
              <a:gd name="connsiteX0" fmla="*/ 0 w 1310936"/>
              <a:gd name="connsiteY0" fmla="*/ 0 h 1115627"/>
              <a:gd name="connsiteX1" fmla="*/ 435006 w 1310936"/>
              <a:gd name="connsiteY1" fmla="*/ 1115627 h 1115627"/>
              <a:gd name="connsiteX2" fmla="*/ 1310936 w 1310936"/>
              <a:gd name="connsiteY2" fmla="*/ 645111 h 1115627"/>
              <a:gd name="connsiteX3" fmla="*/ 1222159 w 1310936"/>
              <a:gd name="connsiteY3" fmla="*/ 0 h 1115627"/>
              <a:gd name="connsiteX4" fmla="*/ 0 w 1310936"/>
              <a:gd name="connsiteY4" fmla="*/ 0 h 111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0936" h="1115627">
                <a:moveTo>
                  <a:pt x="0" y="0"/>
                </a:moveTo>
                <a:lnTo>
                  <a:pt x="435006" y="1115627"/>
                </a:lnTo>
                <a:lnTo>
                  <a:pt x="1310936" y="645111"/>
                </a:lnTo>
                <a:lnTo>
                  <a:pt x="122215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Freeform 7"/>
          <p:cNvSpPr/>
          <p:nvPr/>
        </p:nvSpPr>
        <p:spPr bwMode="gray">
          <a:xfrm>
            <a:off x="-7890" y="1"/>
            <a:ext cx="2693033" cy="1452979"/>
          </a:xfrm>
          <a:custGeom>
            <a:avLst/>
            <a:gdLst>
              <a:gd name="connsiteX0" fmla="*/ 0 w 2013857"/>
              <a:gd name="connsiteY0" fmla="*/ 10886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10886 h 1436914"/>
              <a:gd name="connsiteX0" fmla="*/ 0 w 2013857"/>
              <a:gd name="connsiteY0" fmla="*/ 2008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2008 h 1436914"/>
              <a:gd name="connsiteX0" fmla="*/ 5918 w 2019775"/>
              <a:gd name="connsiteY0" fmla="*/ 2008 h 1452979"/>
              <a:gd name="connsiteX1" fmla="*/ 5918 w 2019775"/>
              <a:gd name="connsiteY1" fmla="*/ 1436914 h 1452979"/>
              <a:gd name="connsiteX2" fmla="*/ 0 w 2019775"/>
              <a:gd name="connsiteY2" fmla="*/ 1452979 h 1452979"/>
              <a:gd name="connsiteX3" fmla="*/ 2019775 w 2019775"/>
              <a:gd name="connsiteY3" fmla="*/ 794657 h 1452979"/>
              <a:gd name="connsiteX4" fmla="*/ 1693204 w 2019775"/>
              <a:gd name="connsiteY4" fmla="*/ 0 h 1452979"/>
              <a:gd name="connsiteX5" fmla="*/ 5918 w 2019775"/>
              <a:gd name="connsiteY5" fmla="*/ 2008 h 145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9775" h="1452979">
                <a:moveTo>
                  <a:pt x="5918" y="2008"/>
                </a:moveTo>
                <a:lnTo>
                  <a:pt x="5918" y="1436914"/>
                </a:lnTo>
                <a:lnTo>
                  <a:pt x="0" y="1452979"/>
                </a:lnTo>
                <a:lnTo>
                  <a:pt x="2019775" y="794657"/>
                </a:lnTo>
                <a:lnTo>
                  <a:pt x="1693204" y="0"/>
                </a:lnTo>
                <a:lnTo>
                  <a:pt x="5918" y="200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10"/>
          <p:cNvSpPr/>
          <p:nvPr/>
        </p:nvSpPr>
        <p:spPr bwMode="gray">
          <a:xfrm>
            <a:off x="-4175" y="895611"/>
            <a:ext cx="2875420" cy="1399784"/>
          </a:xfrm>
          <a:custGeom>
            <a:avLst/>
            <a:gdLst>
              <a:gd name="connsiteX0" fmla="*/ 2048006 w 2148214"/>
              <a:gd name="connsiteY0" fmla="*/ 0 h 1399784"/>
              <a:gd name="connsiteX1" fmla="*/ 2148214 w 2148214"/>
              <a:gd name="connsiteY1" fmla="*/ 253652 h 1399784"/>
              <a:gd name="connsiteX2" fmla="*/ 0 w 2148214"/>
              <a:gd name="connsiteY2" fmla="*/ 1399784 h 1399784"/>
              <a:gd name="connsiteX3" fmla="*/ 0 w 2148214"/>
              <a:gd name="connsiteY3" fmla="*/ 676405 h 1399784"/>
              <a:gd name="connsiteX4" fmla="*/ 2048006 w 2148214"/>
              <a:gd name="connsiteY4" fmla="*/ 0 h 1399784"/>
              <a:gd name="connsiteX0" fmla="*/ 2048006 w 2156565"/>
              <a:gd name="connsiteY0" fmla="*/ 0 h 1399784"/>
              <a:gd name="connsiteX1" fmla="*/ 2156565 w 2156565"/>
              <a:gd name="connsiteY1" fmla="*/ 247389 h 1399784"/>
              <a:gd name="connsiteX2" fmla="*/ 0 w 2156565"/>
              <a:gd name="connsiteY2" fmla="*/ 1399784 h 1399784"/>
              <a:gd name="connsiteX3" fmla="*/ 0 w 2156565"/>
              <a:gd name="connsiteY3" fmla="*/ 676405 h 1399784"/>
              <a:gd name="connsiteX4" fmla="*/ 2048006 w 2156565"/>
              <a:gd name="connsiteY4" fmla="*/ 0 h 1399784"/>
              <a:gd name="connsiteX0" fmla="*/ 2060532 w 2156565"/>
              <a:gd name="connsiteY0" fmla="*/ 0 h 1399784"/>
              <a:gd name="connsiteX1" fmla="*/ 2156565 w 2156565"/>
              <a:gd name="connsiteY1" fmla="*/ 247389 h 1399784"/>
              <a:gd name="connsiteX2" fmla="*/ 0 w 2156565"/>
              <a:gd name="connsiteY2" fmla="*/ 1399784 h 1399784"/>
              <a:gd name="connsiteX3" fmla="*/ 0 w 2156565"/>
              <a:gd name="connsiteY3" fmla="*/ 676405 h 1399784"/>
              <a:gd name="connsiteX4" fmla="*/ 2060532 w 2156565"/>
              <a:gd name="connsiteY4" fmla="*/ 0 h 139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6565" h="1399784">
                <a:moveTo>
                  <a:pt x="2060532" y="0"/>
                </a:moveTo>
                <a:lnTo>
                  <a:pt x="2156565" y="247389"/>
                </a:lnTo>
                <a:lnTo>
                  <a:pt x="0" y="1399784"/>
                </a:lnTo>
                <a:lnTo>
                  <a:pt x="0" y="676405"/>
                </a:lnTo>
                <a:lnTo>
                  <a:pt x="206053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xfrm>
            <a:off x="48768" y="36576"/>
            <a:ext cx="2474976" cy="365760"/>
          </a:xfrm>
        </p:spPr>
        <p:txBody>
          <a:bodyPr/>
          <a:lstStyle/>
          <a:p>
            <a:fld id="{8F78DAF9-00B6-4447-B2CE-94E125608967}" type="datetimeFigureOut">
              <a:rPr lang="ko-KR" altLang="en-US" smtClean="0"/>
              <a:t>2024-12-18</a:t>
            </a:fld>
            <a:endParaRPr lang="ko-KR" altLang="en-US"/>
          </a:p>
        </p:txBody>
      </p:sp>
      <p:sp>
        <p:nvSpPr>
          <p:cNvPr id="18" name="Oval 17"/>
          <p:cNvSpPr/>
          <p:nvPr/>
        </p:nvSpPr>
        <p:spPr bwMode="gray">
          <a:xfrm>
            <a:off x="10119360" y="283464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Oval 18"/>
          <p:cNvSpPr/>
          <p:nvPr/>
        </p:nvSpPr>
        <p:spPr bwMode="gray">
          <a:xfrm>
            <a:off x="10728960" y="283464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Oval 19"/>
          <p:cNvSpPr/>
          <p:nvPr/>
        </p:nvSpPr>
        <p:spPr bwMode="gray">
          <a:xfrm>
            <a:off x="11338560" y="283464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902208" y="1755648"/>
            <a:ext cx="10363200" cy="1069848"/>
          </a:xfrm>
        </p:spPr>
        <p:txBody>
          <a:bodyPr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02208" y="2834640"/>
            <a:ext cx="8583168" cy="59436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11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09728"/>
            <a:ext cx="79248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7048"/>
            <a:ext cx="10972800" cy="459943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8DAF9-00B6-4447-B2CE-94E125608967}" type="datetimeFigureOut">
              <a:rPr lang="ko-KR" altLang="en-US" smtClean="0"/>
              <a:t>2024-12-18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D2C-0B07-4F5E-8D5A-D0F232823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6215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01803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621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3438145"/>
            <a:ext cx="10314432" cy="135293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2706624" y="1929384"/>
            <a:ext cx="8558784" cy="1499616"/>
          </a:xfrm>
        </p:spPr>
        <p:txBody>
          <a:bodyPr anchor="b"/>
          <a:lstStyle>
            <a:lvl1pPr marL="0" indent="0"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8DAF9-00B6-4447-B2CE-94E125608967}" type="datetimeFigureOut">
              <a:rPr lang="ko-KR" altLang="en-US" smtClean="0"/>
              <a:t>2024-12-18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D2C-0B07-4F5E-8D5A-D0F232823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1011936" y="3099816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621536" y="3099816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2231136" y="3099816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88174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488" y="73152"/>
            <a:ext cx="8193024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8DAF9-00B6-4447-B2CE-94E125608967}" type="datetimeFigureOut">
              <a:rPr lang="ko-KR" altLang="en-US" smtClean="0"/>
              <a:t>2024-12-18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D2C-0B07-4F5E-8D5A-D0F232823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Oval 7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6215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1803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Oval 12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82304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97408" y="1426464"/>
            <a:ext cx="5388864" cy="786384"/>
          </a:xfrm>
        </p:spPr>
        <p:txBody>
          <a:bodyPr anchor="b"/>
          <a:lstStyle>
            <a:lvl1pPr marL="0" indent="0">
              <a:buFont typeface="Arial" pitchFamily="34" charset="0"/>
              <a:buNone/>
              <a:defRPr sz="2400" b="1">
                <a:ln>
                  <a:solidFill>
                    <a:schemeClr val="accent2">
                      <a:lumMod val="50000"/>
                    </a:schemeClr>
                  </a:solidFill>
                </a:ln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408" y="2240280"/>
            <a:ext cx="5401056" cy="37764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32576" y="1426464"/>
            <a:ext cx="5388864" cy="786384"/>
          </a:xfrm>
        </p:spPr>
        <p:txBody>
          <a:bodyPr anchor="b"/>
          <a:lstStyle>
            <a:lvl1pPr marL="0" indent="0">
              <a:buNone/>
              <a:defRPr sz="2400" b="1">
                <a:ln>
                  <a:solidFill>
                    <a:schemeClr val="accent4">
                      <a:lumMod val="50000"/>
                    </a:schemeClr>
                  </a:solidFill>
                </a:ln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32576" y="2240280"/>
            <a:ext cx="5401056" cy="37764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8DAF9-00B6-4447-B2CE-94E125608967}" type="datetimeFigureOut">
              <a:rPr lang="ko-KR" altLang="en-US" smtClean="0"/>
              <a:t>2024-12-18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D2C-0B07-4F5E-8D5A-D0F232823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Oval 9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Oval 13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Oval 14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464" y="73152"/>
            <a:ext cx="933907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3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464" y="109728"/>
            <a:ext cx="9339072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8DAF9-00B6-4447-B2CE-94E125608967}" type="datetimeFigureOut">
              <a:rPr lang="ko-KR" altLang="en-US" smtClean="0"/>
              <a:t>2024-12-18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D2C-0B07-4F5E-8D5A-D0F232823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Oval 5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Oval 6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214006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8DAF9-00B6-4447-B2CE-94E125608967}" type="datetimeFigureOut">
              <a:rPr lang="ko-KR" altLang="en-US" smtClean="0"/>
              <a:t>2024-12-18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D2C-0B07-4F5E-8D5A-D0F232823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3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 bwMode="gray">
          <a:xfrm>
            <a:off x="-7891" y="0"/>
            <a:ext cx="3206496" cy="1783080"/>
            <a:chOff x="-5918" y="0"/>
            <a:chExt cx="3089429" cy="2295395"/>
          </a:xfrm>
        </p:grpSpPr>
        <p:sp>
          <p:nvSpPr>
            <p:cNvPr id="8" name="Freeform 7"/>
            <p:cNvSpPr/>
            <p:nvPr userDrawn="1"/>
          </p:nvSpPr>
          <p:spPr bwMode="gray">
            <a:xfrm>
              <a:off x="1772575" y="0"/>
              <a:ext cx="1310936" cy="1115627"/>
            </a:xfrm>
            <a:custGeom>
              <a:avLst/>
              <a:gdLst>
                <a:gd name="connsiteX0" fmla="*/ 0 w 1310936"/>
                <a:gd name="connsiteY0" fmla="*/ 0 h 1115627"/>
                <a:gd name="connsiteX1" fmla="*/ 435006 w 1310936"/>
                <a:gd name="connsiteY1" fmla="*/ 1115627 h 1115627"/>
                <a:gd name="connsiteX2" fmla="*/ 1310936 w 1310936"/>
                <a:gd name="connsiteY2" fmla="*/ 645111 h 1115627"/>
                <a:gd name="connsiteX3" fmla="*/ 1222159 w 1310936"/>
                <a:gd name="connsiteY3" fmla="*/ 0 h 1115627"/>
                <a:gd name="connsiteX4" fmla="*/ 0 w 1310936"/>
                <a:gd name="connsiteY4" fmla="*/ 0 h 111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0936" h="1115627">
                  <a:moveTo>
                    <a:pt x="0" y="0"/>
                  </a:moveTo>
                  <a:lnTo>
                    <a:pt x="435006" y="1115627"/>
                  </a:lnTo>
                  <a:lnTo>
                    <a:pt x="1310936" y="645111"/>
                  </a:lnTo>
                  <a:lnTo>
                    <a:pt x="1222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Freeform 8"/>
            <p:cNvSpPr/>
            <p:nvPr userDrawn="1"/>
          </p:nvSpPr>
          <p:spPr bwMode="gray">
            <a:xfrm>
              <a:off x="-5918" y="0"/>
              <a:ext cx="2019775" cy="1452979"/>
            </a:xfrm>
            <a:custGeom>
              <a:avLst/>
              <a:gdLst>
                <a:gd name="connsiteX0" fmla="*/ 0 w 2013857"/>
                <a:gd name="connsiteY0" fmla="*/ 10886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10886 h 1436914"/>
                <a:gd name="connsiteX0" fmla="*/ 0 w 2013857"/>
                <a:gd name="connsiteY0" fmla="*/ 2008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2008 h 1436914"/>
                <a:gd name="connsiteX0" fmla="*/ 5918 w 2019775"/>
                <a:gd name="connsiteY0" fmla="*/ 2008 h 1452979"/>
                <a:gd name="connsiteX1" fmla="*/ 5918 w 2019775"/>
                <a:gd name="connsiteY1" fmla="*/ 1436914 h 1452979"/>
                <a:gd name="connsiteX2" fmla="*/ 0 w 2019775"/>
                <a:gd name="connsiteY2" fmla="*/ 1452979 h 1452979"/>
                <a:gd name="connsiteX3" fmla="*/ 2019775 w 2019775"/>
                <a:gd name="connsiteY3" fmla="*/ 794657 h 1452979"/>
                <a:gd name="connsiteX4" fmla="*/ 1693204 w 2019775"/>
                <a:gd name="connsiteY4" fmla="*/ 0 h 1452979"/>
                <a:gd name="connsiteX5" fmla="*/ 5918 w 2019775"/>
                <a:gd name="connsiteY5" fmla="*/ 2008 h 145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9775" h="1452979">
                  <a:moveTo>
                    <a:pt x="5918" y="2008"/>
                  </a:moveTo>
                  <a:lnTo>
                    <a:pt x="5918" y="1436914"/>
                  </a:lnTo>
                  <a:lnTo>
                    <a:pt x="0" y="1452979"/>
                  </a:lnTo>
                  <a:lnTo>
                    <a:pt x="2019775" y="794657"/>
                  </a:lnTo>
                  <a:lnTo>
                    <a:pt x="1693204" y="0"/>
                  </a:lnTo>
                  <a:lnTo>
                    <a:pt x="5918" y="200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9"/>
            <p:cNvSpPr/>
            <p:nvPr userDrawn="1"/>
          </p:nvSpPr>
          <p:spPr bwMode="gray">
            <a:xfrm>
              <a:off x="-3132" y="895611"/>
              <a:ext cx="2156565" cy="1399784"/>
            </a:xfrm>
            <a:custGeom>
              <a:avLst/>
              <a:gdLst>
                <a:gd name="connsiteX0" fmla="*/ 2048006 w 2148214"/>
                <a:gd name="connsiteY0" fmla="*/ 0 h 1399784"/>
                <a:gd name="connsiteX1" fmla="*/ 2148214 w 2148214"/>
                <a:gd name="connsiteY1" fmla="*/ 253652 h 1399784"/>
                <a:gd name="connsiteX2" fmla="*/ 0 w 2148214"/>
                <a:gd name="connsiteY2" fmla="*/ 1399784 h 1399784"/>
                <a:gd name="connsiteX3" fmla="*/ 0 w 2148214"/>
                <a:gd name="connsiteY3" fmla="*/ 676405 h 1399784"/>
                <a:gd name="connsiteX4" fmla="*/ 2048006 w 2148214"/>
                <a:gd name="connsiteY4" fmla="*/ 0 h 1399784"/>
                <a:gd name="connsiteX0" fmla="*/ 2048006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48006 w 2156565"/>
                <a:gd name="connsiteY4" fmla="*/ 0 h 1399784"/>
                <a:gd name="connsiteX0" fmla="*/ 2060532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60532 w 2156565"/>
                <a:gd name="connsiteY4" fmla="*/ 0 h 139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6565" h="1399784">
                  <a:moveTo>
                    <a:pt x="2060532" y="0"/>
                  </a:moveTo>
                  <a:lnTo>
                    <a:pt x="2156565" y="247389"/>
                  </a:lnTo>
                  <a:lnTo>
                    <a:pt x="0" y="1399784"/>
                  </a:lnTo>
                  <a:lnTo>
                    <a:pt x="0" y="676405"/>
                  </a:lnTo>
                  <a:lnTo>
                    <a:pt x="20605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4767071" y="411480"/>
            <a:ext cx="6864096" cy="1162050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64208"/>
            <a:ext cx="6815667" cy="470001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3440" y="1664208"/>
            <a:ext cx="3767328" cy="4690872"/>
          </a:xfrm>
          <a:solidFill>
            <a:schemeClr val="accent6">
              <a:lumMod val="60000"/>
              <a:lumOff val="40000"/>
            </a:schemeClr>
          </a:solidFill>
          <a:effectLst>
            <a:outerShdw blurRad="50800" dist="38100" dir="54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6343" y="6583680"/>
            <a:ext cx="2844800" cy="228600"/>
          </a:xfrm>
        </p:spPr>
        <p:txBody>
          <a:bodyPr/>
          <a:lstStyle/>
          <a:p>
            <a:fld id="{8F78DAF9-00B6-4447-B2CE-94E125608967}" type="datetimeFigureOut">
              <a:rPr lang="ko-KR" altLang="en-US" smtClean="0"/>
              <a:t>2024-12-18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59200" y="6583680"/>
            <a:ext cx="6705600" cy="2286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D2C-0B07-4F5E-8D5A-D0F232823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Oval 10"/>
          <p:cNvSpPr/>
          <p:nvPr/>
        </p:nvSpPr>
        <p:spPr bwMode="gray">
          <a:xfrm>
            <a:off x="3011424" y="1161288"/>
            <a:ext cx="377952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3621024" y="1161288"/>
            <a:ext cx="377952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Oval 12"/>
          <p:cNvSpPr/>
          <p:nvPr/>
        </p:nvSpPr>
        <p:spPr bwMode="gray">
          <a:xfrm>
            <a:off x="4230624" y="1161288"/>
            <a:ext cx="377952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07707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146048" y="502920"/>
            <a:ext cx="10204704" cy="566928"/>
          </a:xfrm>
        </p:spPr>
        <p:txBody>
          <a:bodyPr anchor="ctr">
            <a:normAutofit/>
          </a:bodyPr>
          <a:lstStyle>
            <a:lvl1pPr algn="l"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46048" y="1170432"/>
            <a:ext cx="10192512" cy="4114800"/>
          </a:xfrm>
          <a:solidFill>
            <a:schemeClr val="accent6">
              <a:lumMod val="20000"/>
              <a:lumOff val="8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black">
          <a:xfrm>
            <a:off x="1146048" y="5385816"/>
            <a:ext cx="10204704" cy="78638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8DAF9-00B6-4447-B2CE-94E125608967}" type="datetimeFigureOut">
              <a:rPr lang="ko-KR" altLang="en-US" smtClean="0"/>
              <a:t>2024-12-18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D2C-0B07-4F5E-8D5A-D0F232823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Oval 7"/>
          <p:cNvSpPr/>
          <p:nvPr/>
        </p:nvSpPr>
        <p:spPr bwMode="gray">
          <a:xfrm>
            <a:off x="621792" y="658368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621792" y="5440680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51415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488" y="128016"/>
            <a:ext cx="8193024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7048"/>
            <a:ext cx="10972800" cy="459943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8DAF9-00B6-4447-B2CE-94E125608967}" type="datetimeFigureOut">
              <a:rPr lang="ko-KR" altLang="en-US" smtClean="0"/>
              <a:t>2024-12-18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36D2C-0B07-4F5E-8D5A-D0F232823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6215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01803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85637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/>
        </p:nvSpPr>
        <p:spPr bwMode="gray">
          <a:xfrm flipH="1" flipV="1">
            <a:off x="9025831" y="6204296"/>
            <a:ext cx="1137093" cy="653704"/>
          </a:xfrm>
          <a:custGeom>
            <a:avLst/>
            <a:gdLst>
              <a:gd name="connsiteX0" fmla="*/ 0 w 1310936"/>
              <a:gd name="connsiteY0" fmla="*/ 0 h 1115627"/>
              <a:gd name="connsiteX1" fmla="*/ 435006 w 1310936"/>
              <a:gd name="connsiteY1" fmla="*/ 1115627 h 1115627"/>
              <a:gd name="connsiteX2" fmla="*/ 1310936 w 1310936"/>
              <a:gd name="connsiteY2" fmla="*/ 645111 h 1115627"/>
              <a:gd name="connsiteX3" fmla="*/ 1222159 w 1310936"/>
              <a:gd name="connsiteY3" fmla="*/ 0 h 1115627"/>
              <a:gd name="connsiteX4" fmla="*/ 0 w 1310936"/>
              <a:gd name="connsiteY4" fmla="*/ 0 h 1115627"/>
              <a:gd name="connsiteX0" fmla="*/ 0 w 1310936"/>
              <a:gd name="connsiteY0" fmla="*/ 0 h 1063415"/>
              <a:gd name="connsiteX1" fmla="*/ 414592 w 1310936"/>
              <a:gd name="connsiteY1" fmla="*/ 1063415 h 1063415"/>
              <a:gd name="connsiteX2" fmla="*/ 1310936 w 1310936"/>
              <a:gd name="connsiteY2" fmla="*/ 645111 h 1063415"/>
              <a:gd name="connsiteX3" fmla="*/ 1222159 w 1310936"/>
              <a:gd name="connsiteY3" fmla="*/ 0 h 1063415"/>
              <a:gd name="connsiteX4" fmla="*/ 0 w 1310936"/>
              <a:gd name="connsiteY4" fmla="*/ 0 h 1063415"/>
              <a:gd name="connsiteX0" fmla="*/ 0 w 1328969"/>
              <a:gd name="connsiteY0" fmla="*/ 0 h 1063415"/>
              <a:gd name="connsiteX1" fmla="*/ 414592 w 1328969"/>
              <a:gd name="connsiteY1" fmla="*/ 1063415 h 1063415"/>
              <a:gd name="connsiteX2" fmla="*/ 1328969 w 1328969"/>
              <a:gd name="connsiteY2" fmla="*/ 764808 h 1063415"/>
              <a:gd name="connsiteX3" fmla="*/ 1222159 w 1328969"/>
              <a:gd name="connsiteY3" fmla="*/ 0 h 1063415"/>
              <a:gd name="connsiteX4" fmla="*/ 0 w 1328969"/>
              <a:gd name="connsiteY4" fmla="*/ 0 h 1063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969" h="1063415">
                <a:moveTo>
                  <a:pt x="0" y="0"/>
                </a:moveTo>
                <a:lnTo>
                  <a:pt x="414592" y="1063415"/>
                </a:lnTo>
                <a:lnTo>
                  <a:pt x="1328969" y="764808"/>
                </a:lnTo>
                <a:lnTo>
                  <a:pt x="122215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12"/>
          <p:cNvSpPr/>
          <p:nvPr/>
        </p:nvSpPr>
        <p:spPr bwMode="gray">
          <a:xfrm flipH="1" flipV="1">
            <a:off x="9882508" y="5623560"/>
            <a:ext cx="2316480" cy="1234440"/>
          </a:xfrm>
          <a:custGeom>
            <a:avLst/>
            <a:gdLst>
              <a:gd name="connsiteX0" fmla="*/ 0 w 2013857"/>
              <a:gd name="connsiteY0" fmla="*/ 10886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10886 h 1436914"/>
              <a:gd name="connsiteX0" fmla="*/ 0 w 2013857"/>
              <a:gd name="connsiteY0" fmla="*/ 2008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2008 h 1436914"/>
              <a:gd name="connsiteX0" fmla="*/ 5918 w 2019775"/>
              <a:gd name="connsiteY0" fmla="*/ 2008 h 1452979"/>
              <a:gd name="connsiteX1" fmla="*/ 5918 w 2019775"/>
              <a:gd name="connsiteY1" fmla="*/ 1436914 h 1452979"/>
              <a:gd name="connsiteX2" fmla="*/ 0 w 2019775"/>
              <a:gd name="connsiteY2" fmla="*/ 1452979 h 1452979"/>
              <a:gd name="connsiteX3" fmla="*/ 2019775 w 2019775"/>
              <a:gd name="connsiteY3" fmla="*/ 794657 h 1452979"/>
              <a:gd name="connsiteX4" fmla="*/ 1693204 w 2019775"/>
              <a:gd name="connsiteY4" fmla="*/ 0 h 1452979"/>
              <a:gd name="connsiteX5" fmla="*/ 5918 w 2019775"/>
              <a:gd name="connsiteY5" fmla="*/ 2008 h 145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9775" h="1452979">
                <a:moveTo>
                  <a:pt x="5918" y="2008"/>
                </a:moveTo>
                <a:lnTo>
                  <a:pt x="5918" y="1436914"/>
                </a:lnTo>
                <a:lnTo>
                  <a:pt x="0" y="1452979"/>
                </a:lnTo>
                <a:lnTo>
                  <a:pt x="2019775" y="794657"/>
                </a:lnTo>
                <a:lnTo>
                  <a:pt x="1693204" y="0"/>
                </a:lnTo>
                <a:lnTo>
                  <a:pt x="5918" y="200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7" name="Group 6"/>
          <p:cNvGrpSpPr/>
          <p:nvPr/>
        </p:nvGrpSpPr>
        <p:grpSpPr bwMode="gray">
          <a:xfrm>
            <a:off x="-7891" y="0"/>
            <a:ext cx="3206496" cy="1783080"/>
            <a:chOff x="-5918" y="0"/>
            <a:chExt cx="3089429" cy="2295395"/>
          </a:xfrm>
        </p:grpSpPr>
        <p:sp>
          <p:nvSpPr>
            <p:cNvPr id="8" name="Freeform 7"/>
            <p:cNvSpPr/>
            <p:nvPr userDrawn="1"/>
          </p:nvSpPr>
          <p:spPr bwMode="gray">
            <a:xfrm>
              <a:off x="1772575" y="0"/>
              <a:ext cx="1310936" cy="1115627"/>
            </a:xfrm>
            <a:custGeom>
              <a:avLst/>
              <a:gdLst>
                <a:gd name="connsiteX0" fmla="*/ 0 w 1310936"/>
                <a:gd name="connsiteY0" fmla="*/ 0 h 1115627"/>
                <a:gd name="connsiteX1" fmla="*/ 435006 w 1310936"/>
                <a:gd name="connsiteY1" fmla="*/ 1115627 h 1115627"/>
                <a:gd name="connsiteX2" fmla="*/ 1310936 w 1310936"/>
                <a:gd name="connsiteY2" fmla="*/ 645111 h 1115627"/>
                <a:gd name="connsiteX3" fmla="*/ 1222159 w 1310936"/>
                <a:gd name="connsiteY3" fmla="*/ 0 h 1115627"/>
                <a:gd name="connsiteX4" fmla="*/ 0 w 1310936"/>
                <a:gd name="connsiteY4" fmla="*/ 0 h 111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0936" h="1115627">
                  <a:moveTo>
                    <a:pt x="0" y="0"/>
                  </a:moveTo>
                  <a:lnTo>
                    <a:pt x="435006" y="1115627"/>
                  </a:lnTo>
                  <a:lnTo>
                    <a:pt x="1310936" y="645111"/>
                  </a:lnTo>
                  <a:lnTo>
                    <a:pt x="1222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Freeform 8"/>
            <p:cNvSpPr/>
            <p:nvPr userDrawn="1"/>
          </p:nvSpPr>
          <p:spPr bwMode="gray">
            <a:xfrm>
              <a:off x="-5918" y="0"/>
              <a:ext cx="2019775" cy="1452979"/>
            </a:xfrm>
            <a:custGeom>
              <a:avLst/>
              <a:gdLst>
                <a:gd name="connsiteX0" fmla="*/ 0 w 2013857"/>
                <a:gd name="connsiteY0" fmla="*/ 10886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10886 h 1436914"/>
                <a:gd name="connsiteX0" fmla="*/ 0 w 2013857"/>
                <a:gd name="connsiteY0" fmla="*/ 2008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2008 h 1436914"/>
                <a:gd name="connsiteX0" fmla="*/ 5918 w 2019775"/>
                <a:gd name="connsiteY0" fmla="*/ 2008 h 1452979"/>
                <a:gd name="connsiteX1" fmla="*/ 5918 w 2019775"/>
                <a:gd name="connsiteY1" fmla="*/ 1436914 h 1452979"/>
                <a:gd name="connsiteX2" fmla="*/ 0 w 2019775"/>
                <a:gd name="connsiteY2" fmla="*/ 1452979 h 1452979"/>
                <a:gd name="connsiteX3" fmla="*/ 2019775 w 2019775"/>
                <a:gd name="connsiteY3" fmla="*/ 794657 h 1452979"/>
                <a:gd name="connsiteX4" fmla="*/ 1693204 w 2019775"/>
                <a:gd name="connsiteY4" fmla="*/ 0 h 1452979"/>
                <a:gd name="connsiteX5" fmla="*/ 5918 w 2019775"/>
                <a:gd name="connsiteY5" fmla="*/ 2008 h 145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9775" h="1452979">
                  <a:moveTo>
                    <a:pt x="5918" y="2008"/>
                  </a:moveTo>
                  <a:lnTo>
                    <a:pt x="5918" y="1436914"/>
                  </a:lnTo>
                  <a:lnTo>
                    <a:pt x="0" y="1452979"/>
                  </a:lnTo>
                  <a:lnTo>
                    <a:pt x="2019775" y="794657"/>
                  </a:lnTo>
                  <a:lnTo>
                    <a:pt x="1693204" y="0"/>
                  </a:lnTo>
                  <a:lnTo>
                    <a:pt x="5918" y="200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9"/>
            <p:cNvSpPr/>
            <p:nvPr userDrawn="1"/>
          </p:nvSpPr>
          <p:spPr bwMode="gray">
            <a:xfrm>
              <a:off x="-3132" y="895611"/>
              <a:ext cx="2156565" cy="1399784"/>
            </a:xfrm>
            <a:custGeom>
              <a:avLst/>
              <a:gdLst>
                <a:gd name="connsiteX0" fmla="*/ 2048006 w 2148214"/>
                <a:gd name="connsiteY0" fmla="*/ 0 h 1399784"/>
                <a:gd name="connsiteX1" fmla="*/ 2148214 w 2148214"/>
                <a:gd name="connsiteY1" fmla="*/ 253652 h 1399784"/>
                <a:gd name="connsiteX2" fmla="*/ 0 w 2148214"/>
                <a:gd name="connsiteY2" fmla="*/ 1399784 h 1399784"/>
                <a:gd name="connsiteX3" fmla="*/ 0 w 2148214"/>
                <a:gd name="connsiteY3" fmla="*/ 676405 h 1399784"/>
                <a:gd name="connsiteX4" fmla="*/ 2048006 w 2148214"/>
                <a:gd name="connsiteY4" fmla="*/ 0 h 1399784"/>
                <a:gd name="connsiteX0" fmla="*/ 2048006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48006 w 2156565"/>
                <a:gd name="connsiteY4" fmla="*/ 0 h 1399784"/>
                <a:gd name="connsiteX0" fmla="*/ 2060532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60532 w 2156565"/>
                <a:gd name="connsiteY4" fmla="*/ 0 h 139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6565" h="1399784">
                  <a:moveTo>
                    <a:pt x="2060532" y="0"/>
                  </a:moveTo>
                  <a:lnTo>
                    <a:pt x="2156565" y="247389"/>
                  </a:lnTo>
                  <a:lnTo>
                    <a:pt x="0" y="1399784"/>
                  </a:lnTo>
                  <a:lnTo>
                    <a:pt x="0" y="676405"/>
                  </a:lnTo>
                  <a:lnTo>
                    <a:pt x="20605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gray">
          <a:xfrm>
            <a:off x="9339072" y="274639"/>
            <a:ext cx="2243328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gray">
          <a:xfrm>
            <a:off x="609600" y="274639"/>
            <a:ext cx="8534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609600" y="6583680"/>
            <a:ext cx="2844800" cy="228600"/>
          </a:xfrm>
        </p:spPr>
        <p:txBody>
          <a:bodyPr/>
          <a:lstStyle/>
          <a:p>
            <a:fld id="{8F78DAF9-00B6-4447-B2CE-94E125608967}" type="datetimeFigureOut">
              <a:rPr lang="ko-KR" altLang="en-US" smtClean="0"/>
              <a:t>2024-12-18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3560064" y="6583680"/>
            <a:ext cx="5486400" cy="2286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9351264" y="6583680"/>
            <a:ext cx="609600" cy="228600"/>
          </a:xfrm>
        </p:spPr>
        <p:txBody>
          <a:bodyPr/>
          <a:lstStyle/>
          <a:p>
            <a:fld id="{04136D2C-0B07-4F5E-8D5A-D0F232823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758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Freeform 15"/>
          <p:cNvSpPr/>
          <p:nvPr/>
        </p:nvSpPr>
        <p:spPr bwMode="gray">
          <a:xfrm>
            <a:off x="-1" y="6229431"/>
            <a:ext cx="1822764" cy="209846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7073" h="209846">
                <a:moveTo>
                  <a:pt x="0" y="0"/>
                </a:moveTo>
                <a:lnTo>
                  <a:pt x="1230086" y="21771"/>
                </a:lnTo>
                <a:lnTo>
                  <a:pt x="1367073" y="143886"/>
                </a:lnTo>
                <a:lnTo>
                  <a:pt x="521760" y="146472"/>
                </a:lnTo>
                <a:lnTo>
                  <a:pt x="507856" y="209846"/>
                </a:lnTo>
                <a:lnTo>
                  <a:pt x="1833" y="2083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Freeform 16"/>
          <p:cNvSpPr/>
          <p:nvPr/>
        </p:nvSpPr>
        <p:spPr bwMode="gray">
          <a:xfrm>
            <a:off x="749" y="6469524"/>
            <a:ext cx="1451972" cy="388477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8979" h="388477">
                <a:moveTo>
                  <a:pt x="310" y="697"/>
                </a:moveTo>
                <a:lnTo>
                  <a:pt x="498339" y="0"/>
                </a:lnTo>
                <a:lnTo>
                  <a:pt x="464654" y="104880"/>
                </a:lnTo>
                <a:lnTo>
                  <a:pt x="1028546" y="104448"/>
                </a:lnTo>
                <a:lnTo>
                  <a:pt x="1088979" y="388477"/>
                </a:lnTo>
                <a:lnTo>
                  <a:pt x="1035" y="386331"/>
                </a:lnTo>
                <a:cubicBezTo>
                  <a:pt x="0" y="256993"/>
                  <a:pt x="1345" y="130035"/>
                  <a:pt x="310" y="6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17"/>
          <p:cNvSpPr/>
          <p:nvPr/>
        </p:nvSpPr>
        <p:spPr bwMode="gray">
          <a:xfrm>
            <a:off x="668880" y="6389202"/>
            <a:ext cx="6048469" cy="160684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352" h="369387">
                <a:moveTo>
                  <a:pt x="48436" y="0"/>
                </a:moveTo>
                <a:lnTo>
                  <a:pt x="4536352" y="26326"/>
                </a:lnTo>
                <a:lnTo>
                  <a:pt x="4472120" y="299405"/>
                </a:lnTo>
                <a:lnTo>
                  <a:pt x="0" y="369388"/>
                </a:lnTo>
                <a:lnTo>
                  <a:pt x="48436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Freeform 18"/>
          <p:cNvSpPr/>
          <p:nvPr/>
        </p:nvSpPr>
        <p:spPr bwMode="gray">
          <a:xfrm>
            <a:off x="1411361" y="6550388"/>
            <a:ext cx="9519352" cy="318498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48436 w 4536352"/>
              <a:gd name="connsiteY0" fmla="*/ 0 h 369388"/>
              <a:gd name="connsiteX1" fmla="*/ 4536352 w 4536352"/>
              <a:gd name="connsiteY1" fmla="*/ 26326 h 369388"/>
              <a:gd name="connsiteX2" fmla="*/ 4507345 w 4536352"/>
              <a:gd name="connsiteY2" fmla="*/ 341536 h 369388"/>
              <a:gd name="connsiteX3" fmla="*/ 0 w 4536352"/>
              <a:gd name="connsiteY3" fmla="*/ 369388 h 369388"/>
              <a:gd name="connsiteX4" fmla="*/ 48436 w 4536352"/>
              <a:gd name="connsiteY4" fmla="*/ 0 h 369388"/>
              <a:gd name="connsiteX0" fmla="*/ 0 w 4601879"/>
              <a:gd name="connsiteY0" fmla="*/ 52440 h 343062"/>
              <a:gd name="connsiteX1" fmla="*/ 4601879 w 4601879"/>
              <a:gd name="connsiteY1" fmla="*/ 0 h 343062"/>
              <a:gd name="connsiteX2" fmla="*/ 4572872 w 4601879"/>
              <a:gd name="connsiteY2" fmla="*/ 315210 h 343062"/>
              <a:gd name="connsiteX3" fmla="*/ 65527 w 4601879"/>
              <a:gd name="connsiteY3" fmla="*/ 343062 h 343062"/>
              <a:gd name="connsiteX4" fmla="*/ 0 w 4601879"/>
              <a:gd name="connsiteY4" fmla="*/ 52440 h 343062"/>
              <a:gd name="connsiteX0" fmla="*/ 0 w 4563837"/>
              <a:gd name="connsiteY0" fmla="*/ 22845 h 343062"/>
              <a:gd name="connsiteX1" fmla="*/ 4563837 w 4563837"/>
              <a:gd name="connsiteY1" fmla="*/ 0 h 343062"/>
              <a:gd name="connsiteX2" fmla="*/ 4534830 w 4563837"/>
              <a:gd name="connsiteY2" fmla="*/ 315210 h 343062"/>
              <a:gd name="connsiteX3" fmla="*/ 27485 w 4563837"/>
              <a:gd name="connsiteY3" fmla="*/ 343062 h 343062"/>
              <a:gd name="connsiteX4" fmla="*/ 0 w 4563837"/>
              <a:gd name="connsiteY4" fmla="*/ 22845 h 343062"/>
              <a:gd name="connsiteX0" fmla="*/ 0 w 4563837"/>
              <a:gd name="connsiteY0" fmla="*/ 22845 h 332300"/>
              <a:gd name="connsiteX1" fmla="*/ 4563837 w 4563837"/>
              <a:gd name="connsiteY1" fmla="*/ 0 h 332300"/>
              <a:gd name="connsiteX2" fmla="*/ 4534830 w 4563837"/>
              <a:gd name="connsiteY2" fmla="*/ 315210 h 332300"/>
              <a:gd name="connsiteX3" fmla="*/ 32050 w 4563837"/>
              <a:gd name="connsiteY3" fmla="*/ 332300 h 332300"/>
              <a:gd name="connsiteX4" fmla="*/ 0 w 4563837"/>
              <a:gd name="connsiteY4" fmla="*/ 22845 h 332300"/>
              <a:gd name="connsiteX0" fmla="*/ 0 w 4563837"/>
              <a:gd name="connsiteY0" fmla="*/ 22845 h 332300"/>
              <a:gd name="connsiteX1" fmla="*/ 4563837 w 4563837"/>
              <a:gd name="connsiteY1" fmla="*/ 0 h 332300"/>
              <a:gd name="connsiteX2" fmla="*/ 4512005 w 4563837"/>
              <a:gd name="connsiteY2" fmla="*/ 328662 h 332300"/>
              <a:gd name="connsiteX3" fmla="*/ 32050 w 4563837"/>
              <a:gd name="connsiteY3" fmla="*/ 332300 h 332300"/>
              <a:gd name="connsiteX4" fmla="*/ 0 w 4563837"/>
              <a:gd name="connsiteY4" fmla="*/ 22845 h 332300"/>
              <a:gd name="connsiteX0" fmla="*/ 0 w 4562315"/>
              <a:gd name="connsiteY0" fmla="*/ 30917 h 340372"/>
              <a:gd name="connsiteX1" fmla="*/ 4562315 w 4562315"/>
              <a:gd name="connsiteY1" fmla="*/ 0 h 340372"/>
              <a:gd name="connsiteX2" fmla="*/ 4512005 w 4562315"/>
              <a:gd name="connsiteY2" fmla="*/ 336734 h 340372"/>
              <a:gd name="connsiteX3" fmla="*/ 32050 w 4562315"/>
              <a:gd name="connsiteY3" fmla="*/ 340372 h 340372"/>
              <a:gd name="connsiteX4" fmla="*/ 0 w 4562315"/>
              <a:gd name="connsiteY4" fmla="*/ 30917 h 34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2315" h="340372">
                <a:moveTo>
                  <a:pt x="0" y="30917"/>
                </a:moveTo>
                <a:lnTo>
                  <a:pt x="4562315" y="0"/>
                </a:lnTo>
                <a:lnTo>
                  <a:pt x="4512005" y="336734"/>
                </a:lnTo>
                <a:lnTo>
                  <a:pt x="32050" y="340372"/>
                </a:lnTo>
                <a:lnTo>
                  <a:pt x="0" y="3091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Freeform 19"/>
          <p:cNvSpPr/>
          <p:nvPr/>
        </p:nvSpPr>
        <p:spPr bwMode="gray">
          <a:xfrm>
            <a:off x="6673851" y="6324681"/>
            <a:ext cx="1569095" cy="200026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0581" h="323214">
                <a:moveTo>
                  <a:pt x="379208" y="-1"/>
                </a:moveTo>
                <a:lnTo>
                  <a:pt x="4545802" y="53258"/>
                </a:lnTo>
                <a:lnTo>
                  <a:pt x="4670581" y="310948"/>
                </a:lnTo>
                <a:lnTo>
                  <a:pt x="0" y="323214"/>
                </a:lnTo>
                <a:lnTo>
                  <a:pt x="379208" y="-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Freeform 20"/>
          <p:cNvSpPr/>
          <p:nvPr/>
        </p:nvSpPr>
        <p:spPr bwMode="gray">
          <a:xfrm>
            <a:off x="8224171" y="6353256"/>
            <a:ext cx="3290141" cy="166689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574" h="269345">
                <a:moveTo>
                  <a:pt x="0" y="-1"/>
                </a:moveTo>
                <a:lnTo>
                  <a:pt x="5289574" y="22476"/>
                </a:lnTo>
                <a:lnTo>
                  <a:pt x="4715043" y="237841"/>
                </a:lnTo>
                <a:lnTo>
                  <a:pt x="90402" y="269345"/>
                </a:lnTo>
                <a:lnTo>
                  <a:pt x="0" y="-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Freeform 21"/>
          <p:cNvSpPr/>
          <p:nvPr/>
        </p:nvSpPr>
        <p:spPr bwMode="gray">
          <a:xfrm>
            <a:off x="11223081" y="6360400"/>
            <a:ext cx="791120" cy="149573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  <a:gd name="connsiteX0" fmla="*/ 0 w 7532923"/>
              <a:gd name="connsiteY0" fmla="*/ 1 h 269347"/>
              <a:gd name="connsiteX1" fmla="*/ 7532923 w 7532923"/>
              <a:gd name="connsiteY1" fmla="*/ 3240 h 269347"/>
              <a:gd name="connsiteX2" fmla="*/ 4715043 w 7532923"/>
              <a:gd name="connsiteY2" fmla="*/ 237843 h 269347"/>
              <a:gd name="connsiteX3" fmla="*/ 90402 w 7532923"/>
              <a:gd name="connsiteY3" fmla="*/ 269347 h 269347"/>
              <a:gd name="connsiteX4" fmla="*/ 0 w 7532923"/>
              <a:gd name="connsiteY4" fmla="*/ 1 h 269347"/>
              <a:gd name="connsiteX0" fmla="*/ 4254606 w 7442522"/>
              <a:gd name="connsiteY0" fmla="*/ 0 h 273193"/>
              <a:gd name="connsiteX1" fmla="*/ 7442522 w 7442522"/>
              <a:gd name="connsiteY1" fmla="*/ 7086 h 273193"/>
              <a:gd name="connsiteX2" fmla="*/ 4624642 w 7442522"/>
              <a:gd name="connsiteY2" fmla="*/ 241689 h 273193"/>
              <a:gd name="connsiteX3" fmla="*/ 1 w 7442522"/>
              <a:gd name="connsiteY3" fmla="*/ 273193 h 273193"/>
              <a:gd name="connsiteX4" fmla="*/ 4254606 w 7442522"/>
              <a:gd name="connsiteY4" fmla="*/ 0 h 273193"/>
              <a:gd name="connsiteX0" fmla="*/ 2696066 w 5883982"/>
              <a:gd name="connsiteY0" fmla="*/ 0 h 241689"/>
              <a:gd name="connsiteX1" fmla="*/ 5883982 w 5883982"/>
              <a:gd name="connsiteY1" fmla="*/ 7086 h 241689"/>
              <a:gd name="connsiteX2" fmla="*/ 3066102 w 5883982"/>
              <a:gd name="connsiteY2" fmla="*/ 241689 h 241689"/>
              <a:gd name="connsiteX3" fmla="*/ 0 w 5883982"/>
              <a:gd name="connsiteY3" fmla="*/ 238564 h 241689"/>
              <a:gd name="connsiteX4" fmla="*/ 2696066 w 5883982"/>
              <a:gd name="connsiteY4" fmla="*/ 0 h 241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83982" h="241689">
                <a:moveTo>
                  <a:pt x="2696066" y="0"/>
                </a:moveTo>
                <a:lnTo>
                  <a:pt x="5883982" y="7086"/>
                </a:lnTo>
                <a:lnTo>
                  <a:pt x="3066102" y="241689"/>
                </a:lnTo>
                <a:lnTo>
                  <a:pt x="0" y="238564"/>
                </a:lnTo>
                <a:lnTo>
                  <a:pt x="2696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Freeform 22"/>
          <p:cNvSpPr/>
          <p:nvPr/>
        </p:nvSpPr>
        <p:spPr bwMode="gray">
          <a:xfrm>
            <a:off x="10883358" y="6362781"/>
            <a:ext cx="1307596" cy="495219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  <a:gd name="connsiteX0" fmla="*/ 0 w 7532923"/>
              <a:gd name="connsiteY0" fmla="*/ 1 h 269347"/>
              <a:gd name="connsiteX1" fmla="*/ 7532923 w 7532923"/>
              <a:gd name="connsiteY1" fmla="*/ 3240 h 269347"/>
              <a:gd name="connsiteX2" fmla="*/ 4715043 w 7532923"/>
              <a:gd name="connsiteY2" fmla="*/ 237843 h 269347"/>
              <a:gd name="connsiteX3" fmla="*/ 90402 w 7532923"/>
              <a:gd name="connsiteY3" fmla="*/ 269347 h 269347"/>
              <a:gd name="connsiteX4" fmla="*/ 0 w 7532923"/>
              <a:gd name="connsiteY4" fmla="*/ 1 h 269347"/>
              <a:gd name="connsiteX0" fmla="*/ 4254606 w 7442522"/>
              <a:gd name="connsiteY0" fmla="*/ 0 h 273193"/>
              <a:gd name="connsiteX1" fmla="*/ 7442522 w 7442522"/>
              <a:gd name="connsiteY1" fmla="*/ 7086 h 273193"/>
              <a:gd name="connsiteX2" fmla="*/ 4624642 w 7442522"/>
              <a:gd name="connsiteY2" fmla="*/ 241689 h 273193"/>
              <a:gd name="connsiteX3" fmla="*/ 1 w 7442522"/>
              <a:gd name="connsiteY3" fmla="*/ 273193 h 273193"/>
              <a:gd name="connsiteX4" fmla="*/ 4254606 w 7442522"/>
              <a:gd name="connsiteY4" fmla="*/ 0 h 273193"/>
              <a:gd name="connsiteX0" fmla="*/ 2696066 w 5883982"/>
              <a:gd name="connsiteY0" fmla="*/ 0 h 241689"/>
              <a:gd name="connsiteX1" fmla="*/ 5883982 w 5883982"/>
              <a:gd name="connsiteY1" fmla="*/ 7086 h 241689"/>
              <a:gd name="connsiteX2" fmla="*/ 3066102 w 5883982"/>
              <a:gd name="connsiteY2" fmla="*/ 241689 h 241689"/>
              <a:gd name="connsiteX3" fmla="*/ 0 w 5883982"/>
              <a:gd name="connsiteY3" fmla="*/ 238564 h 241689"/>
              <a:gd name="connsiteX4" fmla="*/ 2696066 w 5883982"/>
              <a:gd name="connsiteY4" fmla="*/ 0 h 241689"/>
              <a:gd name="connsiteX0" fmla="*/ 783321 w 5883982"/>
              <a:gd name="connsiteY0" fmla="*/ 0 h 238076"/>
              <a:gd name="connsiteX1" fmla="*/ 5883982 w 5883982"/>
              <a:gd name="connsiteY1" fmla="*/ 3473 h 238076"/>
              <a:gd name="connsiteX2" fmla="*/ 3066102 w 5883982"/>
              <a:gd name="connsiteY2" fmla="*/ 238076 h 238076"/>
              <a:gd name="connsiteX3" fmla="*/ 0 w 5883982"/>
              <a:gd name="connsiteY3" fmla="*/ 234951 h 238076"/>
              <a:gd name="connsiteX4" fmla="*/ 783321 w 5883982"/>
              <a:gd name="connsiteY4" fmla="*/ 0 h 238076"/>
              <a:gd name="connsiteX0" fmla="*/ 736088 w 5836749"/>
              <a:gd name="connsiteY0" fmla="*/ 0 h 238076"/>
              <a:gd name="connsiteX1" fmla="*/ 5836749 w 5836749"/>
              <a:gd name="connsiteY1" fmla="*/ 3473 h 238076"/>
              <a:gd name="connsiteX2" fmla="*/ 3018869 w 5836749"/>
              <a:gd name="connsiteY2" fmla="*/ 238076 h 238076"/>
              <a:gd name="connsiteX3" fmla="*/ 0 w 5836749"/>
              <a:gd name="connsiteY3" fmla="*/ 234951 h 238076"/>
              <a:gd name="connsiteX4" fmla="*/ 736088 w 5836749"/>
              <a:gd name="connsiteY4" fmla="*/ 0 h 238076"/>
              <a:gd name="connsiteX0" fmla="*/ 736088 w 9725290"/>
              <a:gd name="connsiteY0" fmla="*/ 0 h 234951"/>
              <a:gd name="connsiteX1" fmla="*/ 5836749 w 9725290"/>
              <a:gd name="connsiteY1" fmla="*/ 3473 h 234951"/>
              <a:gd name="connsiteX2" fmla="*/ 9725290 w 9725290"/>
              <a:gd name="connsiteY2" fmla="*/ 234464 h 234951"/>
              <a:gd name="connsiteX3" fmla="*/ 0 w 9725290"/>
              <a:gd name="connsiteY3" fmla="*/ 234951 h 234951"/>
              <a:gd name="connsiteX4" fmla="*/ 736088 w 9725290"/>
              <a:gd name="connsiteY4" fmla="*/ 0 h 234951"/>
              <a:gd name="connsiteX0" fmla="*/ 736088 w 9725290"/>
              <a:gd name="connsiteY0" fmla="*/ 0 h 234951"/>
              <a:gd name="connsiteX1" fmla="*/ 5836749 w 9725290"/>
              <a:gd name="connsiteY1" fmla="*/ 3473 h 234951"/>
              <a:gd name="connsiteX2" fmla="*/ 7111899 w 9725290"/>
              <a:gd name="connsiteY2" fmla="*/ 75858 h 234951"/>
              <a:gd name="connsiteX3" fmla="*/ 9725290 w 9725290"/>
              <a:gd name="connsiteY3" fmla="*/ 234464 h 234951"/>
              <a:gd name="connsiteX4" fmla="*/ 0 w 9725290"/>
              <a:gd name="connsiteY4" fmla="*/ 234951 h 234951"/>
              <a:gd name="connsiteX5" fmla="*/ 736088 w 9725290"/>
              <a:gd name="connsiteY5" fmla="*/ 0 h 234951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9709463 w 9725290"/>
              <a:gd name="connsiteY2" fmla="*/ 0 h 368609"/>
              <a:gd name="connsiteX3" fmla="*/ 9725290 w 9725290"/>
              <a:gd name="connsiteY3" fmla="*/ 368122 h 368609"/>
              <a:gd name="connsiteX4" fmla="*/ 0 w 9725290"/>
              <a:gd name="connsiteY4" fmla="*/ 368609 h 368609"/>
              <a:gd name="connsiteX5" fmla="*/ 736088 w 9725290"/>
              <a:gd name="connsiteY5" fmla="*/ 133658 h 368609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7843941 w 9725290"/>
              <a:gd name="connsiteY2" fmla="*/ 63216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9071878 w 9725290"/>
              <a:gd name="connsiteY2" fmla="*/ 1807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  <a:gd name="connsiteX0" fmla="*/ 736088 w 9725290"/>
              <a:gd name="connsiteY0" fmla="*/ 133658 h 368609"/>
              <a:gd name="connsiteX1" fmla="*/ 5718680 w 9725290"/>
              <a:gd name="connsiteY1" fmla="*/ 135325 h 368609"/>
              <a:gd name="connsiteX2" fmla="*/ 9071878 w 9725290"/>
              <a:gd name="connsiteY2" fmla="*/ 1807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725290" h="368609">
                <a:moveTo>
                  <a:pt x="736088" y="133658"/>
                </a:moveTo>
                <a:lnTo>
                  <a:pt x="5718680" y="135325"/>
                </a:lnTo>
                <a:lnTo>
                  <a:pt x="9071878" y="1807"/>
                </a:lnTo>
                <a:lnTo>
                  <a:pt x="9709463" y="0"/>
                </a:lnTo>
                <a:lnTo>
                  <a:pt x="9725290" y="368122"/>
                </a:lnTo>
                <a:lnTo>
                  <a:pt x="0" y="368609"/>
                </a:lnTo>
                <a:lnTo>
                  <a:pt x="736088" y="13365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97536" y="6583680"/>
            <a:ext cx="284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F78DAF9-00B6-4447-B2CE-94E125608967}" type="datetimeFigureOut">
              <a:rPr lang="ko-KR" altLang="en-US" smtClean="0"/>
              <a:t>2024-12-18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560064" y="6583680"/>
            <a:ext cx="670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1070336" y="6583680"/>
            <a:ext cx="609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4136D2C-0B07-4F5E-8D5A-D0F232823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95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tx2"/>
        </a:buClr>
        <a:buSzPct val="90000"/>
        <a:buFont typeface="Wingdings 3" pitchFamily="18" charset="2"/>
        <a:buChar char="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0EA01-1436-40CE-C5B6-8FCCEA73C2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파일리스트</a:t>
            </a:r>
            <a:r>
              <a:rPr lang="en-US" altLang="ko-KR" sz="3200" dirty="0"/>
              <a:t>,</a:t>
            </a:r>
            <a:r>
              <a:rPr lang="ko-KR" altLang="en-US" sz="3200" dirty="0" err="1"/>
              <a:t>파일플로우</a:t>
            </a:r>
            <a:endParaRPr lang="ko-KR" altLang="en-US" sz="3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0DD1A8-C94A-A719-DFF5-9A6602B7CE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김준재</a:t>
            </a:r>
            <a:r>
              <a:rPr lang="en-US" altLang="ko-KR" dirty="0"/>
              <a:t>,</a:t>
            </a:r>
            <a:r>
              <a:rPr lang="ko-KR" altLang="en-US" dirty="0"/>
              <a:t>정경선</a:t>
            </a:r>
            <a:r>
              <a:rPr lang="en-US" altLang="ko-KR" dirty="0"/>
              <a:t>,</a:t>
            </a:r>
            <a:r>
              <a:rPr lang="ko-KR" altLang="en-US" dirty="0"/>
              <a:t>서민호</a:t>
            </a:r>
          </a:p>
        </p:txBody>
      </p:sp>
    </p:spTree>
    <p:extLst>
      <p:ext uri="{BB962C8B-B14F-4D97-AF65-F5344CB8AC3E}">
        <p14:creationId xmlns:p14="http://schemas.microsoft.com/office/powerpoint/2010/main" val="2727985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17935130a8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25" y="1481600"/>
            <a:ext cx="6867525" cy="45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17935130a8_0_7"/>
          <p:cNvSpPr txBox="1">
            <a:spLocks noGrp="1"/>
          </p:cNvSpPr>
          <p:nvPr>
            <p:ph type="title"/>
          </p:nvPr>
        </p:nvSpPr>
        <p:spPr>
          <a:xfrm>
            <a:off x="838187" y="18917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파일 플로우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g317935130a8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0" y="1748875"/>
            <a:ext cx="68580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17935130a8_0_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파일 플로우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17935130a8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700" y="1746275"/>
            <a:ext cx="6886575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17935130a8_0_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파일플로우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B551DA-1457-10A0-CC15-046C5E99F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파일리스트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4E96E74-8F6B-974D-A782-4B09B7713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2694" y="1543217"/>
            <a:ext cx="4612165" cy="459898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1D9DFF-A87B-7B99-0AE3-C35199FF7C08}"/>
              </a:ext>
            </a:extLst>
          </p:cNvPr>
          <p:cNvSpPr txBox="1"/>
          <p:nvPr/>
        </p:nvSpPr>
        <p:spPr>
          <a:xfrm>
            <a:off x="80212" y="1171115"/>
            <a:ext cx="5614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Hanzan</a:t>
            </a:r>
            <a:r>
              <a:rPr lang="en-US" altLang="ko-KR" dirty="0"/>
              <a:t>&gt;</a:t>
            </a:r>
            <a:r>
              <a:rPr lang="en-US" altLang="ko-KR" dirty="0" err="1"/>
              <a:t>Eback</a:t>
            </a:r>
            <a:r>
              <a:rPr lang="en-US" altLang="ko-KR" dirty="0"/>
              <a:t>&gt;</a:t>
            </a:r>
            <a:r>
              <a:rPr lang="en-US" altLang="ko-KR" dirty="0" err="1"/>
              <a:t>Frontend,Backend</a:t>
            </a:r>
            <a:r>
              <a:rPr lang="ko-KR" altLang="en-US" dirty="0"/>
              <a:t>폴더가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9816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81A04C-B4A7-F51C-39CD-DAD4B908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파일리스트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87D4F8-9B96-B214-49E3-AFC945E27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93911"/>
            <a:ext cx="10972800" cy="4599432"/>
          </a:xfrm>
        </p:spPr>
        <p:txBody>
          <a:bodyPr/>
          <a:lstStyle/>
          <a:p>
            <a:r>
              <a:rPr lang="en-US" altLang="ko-KR" dirty="0"/>
              <a:t>Frontend</a:t>
            </a:r>
            <a:r>
              <a:rPr lang="ko-KR" altLang="en-US" dirty="0"/>
              <a:t>폴더는 </a:t>
            </a:r>
            <a:r>
              <a:rPr lang="en-US" altLang="ko-KR" dirty="0"/>
              <a:t>React</a:t>
            </a:r>
            <a:r>
              <a:rPr lang="ko-KR" altLang="en-US" dirty="0" err="1"/>
              <a:t>를사용하여</a:t>
            </a:r>
            <a:r>
              <a:rPr lang="ko-KR" altLang="en-US" dirty="0"/>
              <a:t> </a:t>
            </a:r>
            <a:r>
              <a:rPr lang="ko-KR" altLang="en-US" dirty="0" err="1"/>
              <a:t>작업처리를하였고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Backend</a:t>
            </a:r>
            <a:r>
              <a:rPr lang="ko-KR" altLang="en-US" dirty="0"/>
              <a:t>폴더에는 </a:t>
            </a:r>
            <a:r>
              <a:rPr lang="en-US" altLang="ko-KR" dirty="0" err="1"/>
              <a:t>springboot</a:t>
            </a:r>
            <a:r>
              <a:rPr lang="ko-KR" altLang="en-US" dirty="0"/>
              <a:t>를 이용하여</a:t>
            </a:r>
            <a:endParaRPr lang="en-US" altLang="ko-KR" dirty="0"/>
          </a:p>
          <a:p>
            <a:r>
              <a:rPr lang="ko-KR" altLang="en-US" dirty="0"/>
              <a:t>연결시켜서 </a:t>
            </a:r>
            <a:r>
              <a:rPr lang="ko-KR" altLang="en-US" dirty="0" err="1"/>
              <a:t>작업하는방식으로</a:t>
            </a:r>
            <a:r>
              <a:rPr lang="ko-KR" altLang="en-US" dirty="0"/>
              <a:t> 사용한다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2050" name="Picture 2" descr="Elevating Dynamics 365 Business Central Development with Visual Studio Code (VS Code)">
            <a:extLst>
              <a:ext uri="{FF2B5EF4-FFF2-40B4-BE49-F238E27FC236}">
                <a16:creationId xmlns:a16="http://schemas.microsoft.com/office/drawing/2014/main" id="{604A1EC1-AFAB-3EC1-8C44-C7D4F69BD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024" y="3429000"/>
            <a:ext cx="3238500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act native - Google Play 앱">
            <a:extLst>
              <a:ext uri="{FF2B5EF4-FFF2-40B4-BE49-F238E27FC236}">
                <a16:creationId xmlns:a16="http://schemas.microsoft.com/office/drawing/2014/main" id="{D9602F69-D405-7C5F-0D5C-7F685FD37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524" y="3393627"/>
            <a:ext cx="3238500" cy="219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[spring] springboot 프로젝트 시작하기">
            <a:extLst>
              <a:ext uri="{FF2B5EF4-FFF2-40B4-BE49-F238E27FC236}">
                <a16:creationId xmlns:a16="http://schemas.microsoft.com/office/drawing/2014/main" id="{90DCCD51-030D-E628-6152-5513E2FA7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024" y="3477738"/>
            <a:ext cx="4334376" cy="219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58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CBEDBD-2EA6-F8AF-0CD7-8DAE5EE1A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Backend/</a:t>
            </a:r>
            <a:r>
              <a:rPr lang="ko-KR" altLang="en-US" dirty="0"/>
              <a:t>파일리스트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CED282-FA06-6AC3-C2E6-F75097297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Backend</a:t>
            </a:r>
            <a:r>
              <a:rPr lang="ko-KR" altLang="en-US" dirty="0"/>
              <a:t>폴더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A6D450-52FE-D079-7D6F-6232D5EF0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77843"/>
            <a:ext cx="7192379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782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B2B1A-966E-8DA0-ED71-323DB73F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Frontend/</a:t>
            </a:r>
            <a:r>
              <a:rPr lang="ko-KR" altLang="en-US" dirty="0"/>
              <a:t>파일리스트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3D180D4-717D-A7B9-0DEC-3570C5FF4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136" y="1200591"/>
            <a:ext cx="2654285" cy="3018483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859CD37-F9C7-8F98-370B-E5BF4A689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98" y="3931760"/>
            <a:ext cx="4159812" cy="26815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DBACE9-C565-92C5-8E14-C5F44FBAA2AC}"/>
              </a:ext>
            </a:extLst>
          </p:cNvPr>
          <p:cNvSpPr txBox="1"/>
          <p:nvPr/>
        </p:nvSpPr>
        <p:spPr>
          <a:xfrm>
            <a:off x="4507832" y="1314169"/>
            <a:ext cx="76841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Frontend</a:t>
            </a:r>
            <a:r>
              <a:rPr lang="ko-KR" altLang="en-US" dirty="0"/>
              <a:t>파일엔 </a:t>
            </a:r>
            <a:r>
              <a:rPr lang="en-US" altLang="ko-KR" dirty="0"/>
              <a:t>yarn</a:t>
            </a:r>
            <a:r>
              <a:rPr lang="ko-KR" altLang="en-US" dirty="0" err="1"/>
              <a:t>을써서</a:t>
            </a:r>
            <a:r>
              <a:rPr lang="ko-KR" altLang="en-US" dirty="0"/>
              <a:t> </a:t>
            </a:r>
            <a:r>
              <a:rPr lang="en-US" altLang="ko-KR" dirty="0"/>
              <a:t>react</a:t>
            </a:r>
            <a:r>
              <a:rPr lang="ko-KR" altLang="en-US" dirty="0"/>
              <a:t>를 생성하였고</a:t>
            </a:r>
            <a:r>
              <a:rPr lang="en-US" altLang="ko-KR" dirty="0"/>
              <a:t>,</a:t>
            </a:r>
          </a:p>
          <a:p>
            <a:r>
              <a:rPr lang="en-US" altLang="ko-KR" dirty="0" err="1"/>
              <a:t>Src</a:t>
            </a:r>
            <a:r>
              <a:rPr lang="ko-KR" altLang="en-US" dirty="0"/>
              <a:t>파일엔</a:t>
            </a:r>
            <a:endParaRPr lang="en-US" altLang="ko-KR" dirty="0"/>
          </a:p>
          <a:p>
            <a:r>
              <a:rPr lang="en-US" altLang="ko-KR" dirty="0" err="1"/>
              <a:t>Components,images,ind,pages,router,script,style,tsx</a:t>
            </a:r>
            <a:r>
              <a:rPr lang="ko-KR" altLang="en-US" dirty="0"/>
              <a:t>폴더가 있고</a:t>
            </a:r>
            <a:r>
              <a:rPr lang="en-US" altLang="ko-KR" dirty="0"/>
              <a:t>,</a:t>
            </a:r>
          </a:p>
          <a:p>
            <a:r>
              <a:rPr lang="en-US" altLang="ko-KR" dirty="0" err="1"/>
              <a:t>Agreement.jsx</a:t>
            </a:r>
            <a:r>
              <a:rPr lang="en-US" altLang="ko-KR" dirty="0"/>
              <a:t>, App.css, App.js, App.test.js, </a:t>
            </a:r>
            <a:r>
              <a:rPr lang="en-US" altLang="ko-KR" dirty="0" err="1"/>
              <a:t>Forgot.jsx</a:t>
            </a:r>
            <a:r>
              <a:rPr lang="en-US" altLang="ko-KR" dirty="0"/>
              <a:t>, index.css, index.js, </a:t>
            </a:r>
            <a:r>
              <a:rPr lang="en-US" altLang="ko-KR" dirty="0" err="1"/>
              <a:t>index.jsx</a:t>
            </a:r>
            <a:r>
              <a:rPr lang="en-US" altLang="ko-KR" dirty="0"/>
              <a:t>, </a:t>
            </a:r>
            <a:r>
              <a:rPr lang="en-US" altLang="ko-KR" dirty="0" err="1"/>
              <a:t>joinForm.jsx</a:t>
            </a:r>
            <a:r>
              <a:rPr lang="en-US" altLang="ko-KR" dirty="0"/>
              <a:t>, </a:t>
            </a:r>
            <a:r>
              <a:rPr lang="en-US" altLang="ko-KR" dirty="0" err="1"/>
              <a:t>LoginPage.jsx</a:t>
            </a:r>
            <a:r>
              <a:rPr lang="ko-KR" altLang="en-US" dirty="0"/>
              <a:t>가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회원가입페이지를 구현할 </a:t>
            </a:r>
            <a:r>
              <a:rPr lang="en-US" altLang="ko-KR" dirty="0" err="1"/>
              <a:t>joinForm.jsx</a:t>
            </a:r>
            <a:r>
              <a:rPr lang="en-US" altLang="ko-KR" dirty="0"/>
              <a:t>, </a:t>
            </a:r>
            <a:r>
              <a:rPr lang="ko-KR" altLang="en-US" dirty="0"/>
              <a:t>약간동의페이지 구현</a:t>
            </a:r>
            <a:r>
              <a:rPr lang="en-US" altLang="ko-KR" dirty="0"/>
              <a:t>-Agreement</a:t>
            </a:r>
          </a:p>
          <a:p>
            <a:r>
              <a:rPr lang="ko-KR" altLang="en-US" dirty="0" err="1"/>
              <a:t>저희팀의</a:t>
            </a:r>
            <a:r>
              <a:rPr lang="ko-KR" altLang="en-US" dirty="0"/>
              <a:t> </a:t>
            </a:r>
            <a:r>
              <a:rPr lang="ko-KR" altLang="en-US" dirty="0" err="1"/>
              <a:t>메인페이지인</a:t>
            </a:r>
            <a:r>
              <a:rPr lang="ko-KR" altLang="en-US" dirty="0"/>
              <a:t> </a:t>
            </a:r>
            <a:r>
              <a:rPr lang="en-US" altLang="ko-KR" dirty="0" err="1"/>
              <a:t>index.jsx</a:t>
            </a:r>
            <a:r>
              <a:rPr lang="en-US" altLang="ko-KR" dirty="0"/>
              <a:t>, </a:t>
            </a:r>
          </a:p>
          <a:p>
            <a:r>
              <a:rPr lang="ko-KR" altLang="en-US" dirty="0" err="1"/>
              <a:t>로그인페이지인</a:t>
            </a:r>
            <a:r>
              <a:rPr lang="ko-KR" altLang="en-US" dirty="0"/>
              <a:t> </a:t>
            </a:r>
            <a:r>
              <a:rPr lang="en-US" altLang="ko-KR" dirty="0" err="1"/>
              <a:t>LoginPage.jsx</a:t>
            </a:r>
            <a:r>
              <a:rPr lang="ko-KR" altLang="en-US" dirty="0"/>
              <a:t>가 있습니다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Css</a:t>
            </a:r>
            <a:r>
              <a:rPr lang="ko-KR" altLang="en-US" dirty="0"/>
              <a:t>는 각 별로 </a:t>
            </a:r>
            <a:r>
              <a:rPr lang="en-US" altLang="ko-KR" dirty="0" err="1"/>
              <a:t>css</a:t>
            </a:r>
            <a:r>
              <a:rPr lang="ko-KR" altLang="en-US" dirty="0"/>
              <a:t>를 작업하였고 </a:t>
            </a:r>
            <a:r>
              <a:rPr lang="en-US" altLang="ko-KR" dirty="0"/>
              <a:t>script</a:t>
            </a:r>
            <a:r>
              <a:rPr lang="ko-KR" altLang="en-US" dirty="0"/>
              <a:t>또한 따로 배치하였습니다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4082035"/>
      </p:ext>
    </p:extLst>
  </p:cSld>
  <p:clrMapOvr>
    <a:masterClrMapping/>
  </p:clrMapOvr>
</p:sld>
</file>

<file path=ppt/theme/theme1.xml><?xml version="1.0" encoding="utf-8"?>
<a:theme xmlns:a="http://schemas.openxmlformats.org/drawingml/2006/main" name="New_Education02">
  <a:themeElements>
    <a:clrScheme name="Education02">
      <a:dk1>
        <a:srgbClr val="000000"/>
      </a:dk1>
      <a:lt1>
        <a:srgbClr val="FFFFFF"/>
      </a:lt1>
      <a:dk2>
        <a:srgbClr val="006699"/>
      </a:dk2>
      <a:lt2>
        <a:srgbClr val="ECF0ED"/>
      </a:lt2>
      <a:accent1>
        <a:srgbClr val="DF3939"/>
      </a:accent1>
      <a:accent2>
        <a:srgbClr val="F0A73C"/>
      </a:accent2>
      <a:accent3>
        <a:srgbClr val="21A6C5"/>
      </a:accent3>
      <a:accent4>
        <a:srgbClr val="BEC936"/>
      </a:accent4>
      <a:accent5>
        <a:srgbClr val="ECB0B0"/>
      </a:accent5>
      <a:accent6>
        <a:srgbClr val="C1C1C1"/>
      </a:accent6>
      <a:hlink>
        <a:srgbClr val="0099CC"/>
      </a:hlink>
      <a:folHlink>
        <a:srgbClr val="D361AA"/>
      </a:folHlink>
    </a:clrScheme>
    <a:fontScheme name="Education02">
      <a:majorFont>
        <a:latin typeface="Corbel"/>
        <a:ea typeface=""/>
        <a:cs typeface=""/>
        <a:font script="Jpan" typeface="HG丸ｺﾞｼｯｸM-PRO"/>
        <a:font script="Hang" typeface="맑은 고딕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ndara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ducation02">
      <a:fillStyleLst>
        <a:solidFill>
          <a:schemeClr val="phClr"/>
        </a:solidFill>
        <a:solidFill>
          <a:schemeClr val="phClr">
            <a:tint val="60000"/>
            <a:satMod val="150000"/>
          </a:schemeClr>
        </a:solidFill>
        <a:gradFill rotWithShape="1">
          <a:gsLst>
            <a:gs pos="0">
              <a:schemeClr val="phClr">
                <a:shade val="100000"/>
                <a:satMod val="100000"/>
              </a:schemeClr>
            </a:gs>
            <a:gs pos="100000">
              <a:schemeClr val="phClr">
                <a:shade val="70000"/>
                <a:satMod val="12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innerShdw blurRad="127000" dist="25400" dir="13500000">
              <a:srgbClr val="000000">
                <a:alpha val="80000"/>
              </a:srgbClr>
            </a:innerShdw>
          </a:effectLst>
        </a:effectStyle>
        <a:effectStyle>
          <a:effectLst>
            <a:innerShdw blurRad="254000" dist="25400" dir="13500000">
              <a:srgbClr val="000000">
                <a:alpha val="80000"/>
              </a:srgbClr>
            </a:innerShdw>
          </a:effectLst>
        </a:effectStyle>
        <a:effectStyle>
          <a:effectLst>
            <a:outerShdw blurRad="50800" dist="508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soft" dir="b">
              <a:rot lat="0" lon="0" rev="9000000"/>
            </a:lightRig>
          </a:scene3d>
          <a:sp3d contourW="35560" prstMaterial="matte">
            <a:bevelT w="4445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20000"/>
              </a:schemeClr>
            </a:gs>
            <a:gs pos="100000">
              <a:schemeClr val="phClr">
                <a:tint val="70000"/>
                <a:shade val="100000"/>
                <a:satMod val="3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8000"/>
                <a:satMod val="200000"/>
              </a:schemeClr>
            </a:gs>
            <a:gs pos="100000">
              <a:schemeClr val="phClr">
                <a:shade val="86000"/>
                <a:satMod val="140000"/>
                <a:lumMod val="90000"/>
              </a:schemeClr>
            </a:gs>
          </a:gsLst>
          <a:lin ang="3300000" scaled="1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TM10237559[[fn=교육 테마]]</Template>
  <TotalTime>29</TotalTime>
  <Words>156</Words>
  <Application>Microsoft Office PowerPoint</Application>
  <PresentationFormat>와이드스크린</PresentationFormat>
  <Paragraphs>27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맑은 고딕</vt:lpstr>
      <vt:lpstr>Arial</vt:lpstr>
      <vt:lpstr>Candara</vt:lpstr>
      <vt:lpstr>Corbel</vt:lpstr>
      <vt:lpstr>Wingdings 3</vt:lpstr>
      <vt:lpstr>New_Education02</vt:lpstr>
      <vt:lpstr>파일리스트,파일플로우</vt:lpstr>
      <vt:lpstr>파일 플로우</vt:lpstr>
      <vt:lpstr>파일 플로우</vt:lpstr>
      <vt:lpstr>파일플로우</vt:lpstr>
      <vt:lpstr>파일리스트</vt:lpstr>
      <vt:lpstr>파일리스트</vt:lpstr>
      <vt:lpstr>Backend/파일리스트</vt:lpstr>
      <vt:lpstr>Frontend/파일리스트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준재 김</dc:creator>
  <cp:lastModifiedBy>준재 김</cp:lastModifiedBy>
  <cp:revision>1</cp:revision>
  <dcterms:created xsi:type="dcterms:W3CDTF">2024-12-18T06:53:55Z</dcterms:created>
  <dcterms:modified xsi:type="dcterms:W3CDTF">2024-12-18T07:22:58Z</dcterms:modified>
</cp:coreProperties>
</file>